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2.xml" ContentType="application/vnd.openxmlformats-officedocument.presentationml.notesSlide+xml"/>
  <Override PartName="/ppt/tags/tag52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tags/tag53.xml" ContentType="application/vnd.openxmlformats-officedocument.presentationml.tags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charts/chart3.xml" ContentType="application/vnd.openxmlformats-officedocument.drawingml.chart+xml"/>
  <Override PartName="/ppt/tags/tag56.xml" ContentType="application/vnd.openxmlformats-officedocument.presentationml.tags+xml"/>
  <Override PartName="/ppt/charts/chart4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733" r:id="rId5"/>
    <p:sldMasterId id="2147483763" r:id="rId6"/>
  </p:sldMasterIdLst>
  <p:notesMasterIdLst>
    <p:notesMasterId r:id="rId16"/>
  </p:notesMasterIdLst>
  <p:handoutMasterIdLst>
    <p:handoutMasterId r:id="rId17"/>
  </p:handoutMasterIdLst>
  <p:sldIdLst>
    <p:sldId id="256" r:id="rId8"/>
    <p:sldId id="263" r:id="rId9"/>
    <p:sldId id="257" r:id="rId10"/>
    <p:sldId id="258" r:id="rId11"/>
  </p:sldIdLst>
  <p:sldSz cx="12195175" cy="6859588"/>
  <p:notesSz cx="7105650" cy="10236200"/>
  <p:custDataLst>
    <p:tags r:id="rId18"/>
  </p:custDataLst>
  <p:defaultTextStyle>
    <a:defPPr>
      <a:defRPr lang="pt-BR"/>
    </a:defPPr>
    <a:lvl1pPr marL="0" algn="l" defTabSz="103930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9654" algn="l" defTabSz="103930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39307" algn="l" defTabSz="103930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58961" algn="l" defTabSz="103930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78614" algn="l" defTabSz="103930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98268" algn="l" defTabSz="103930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117921" algn="l" defTabSz="103930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637575" algn="l" defTabSz="103930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157228" algn="l" defTabSz="103930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F211F9F-64E7-4999-B438-1E2BB434C8F6}">
          <p14:sldIdLst>
            <p14:sldId id="262"/>
            <p14:sldId id="256"/>
            <p14:sldId id="263"/>
            <p14:sldId id="257"/>
            <p14:sldId id="258"/>
            <p14:sldId id="259"/>
            <p14:sldId id="264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2" pos="484" userDrawn="1">
          <p15:clr>
            <a:srgbClr val="A4A3A4"/>
          </p15:clr>
        </p15:guide>
        <p15:guide id="3" orient="horz" pos="345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omas Hoag" initials="TH" lastIdx="1" clrIdx="0">
    <p:extLst>
      <p:ext uri="{19B8F6BF-5375-455C-9EA6-DF929625EA0E}">
        <p15:presenceInfo xmlns:p15="http://schemas.microsoft.com/office/powerpoint/2012/main" userId="Thomas Hoa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BAFF"/>
    <a:srgbClr val="F2AAA6"/>
    <a:srgbClr val="FDEEA6"/>
    <a:srgbClr val="D6E3FF"/>
    <a:srgbClr val="C0E9D8"/>
    <a:srgbClr val="6080B1"/>
    <a:srgbClr val="428FEE"/>
    <a:srgbClr val="92BEF5"/>
    <a:srgbClr val="06264D"/>
    <a:srgbClr val="CB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FE5E3C-6C85-45CE-AFDD-3572B1E01D11}" v="4" dt="2026-09-23T16:49:29.907"/>
    <p1510:client id="{6DBAC438-83CC-4620-A9C5-8EE16C499562}" v="5" dt="2026-09-23T16:29:28.097"/>
    <p1510:client id="{CD67B791-4EDD-4B99-AAB4-F9198A82E81F}" v="78" dt="2026-09-23T15:07:28.649"/>
  </p1510:revLst>
</p1510:revInfo>
</file>

<file path=ppt/tableStyles.xml><?xml version="1.0" encoding="utf-8"?>
<a:tblStyleLst xmlns:a="http://schemas.openxmlformats.org/drawingml/2006/main" def="{00A15C55-8517-42AA-B614-E9B94910E393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Estilo Médio 3 - 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37" autoAdjust="0"/>
    <p:restoredTop sz="95706" autoAdjust="0"/>
  </p:normalViewPr>
  <p:slideViewPr>
    <p:cSldViewPr snapToGrid="0">
      <p:cViewPr varScale="1">
        <p:scale>
          <a:sx n="76" d="100"/>
          <a:sy n="76" d="100"/>
        </p:scale>
        <p:origin x="80" y="68"/>
      </p:cViewPr>
      <p:guideLst>
        <p:guide pos="484"/>
        <p:guide orient="horz" pos="345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9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2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17" Type="http://schemas.openxmlformats.org/officeDocument/2006/relationships/handoutMaster" Target="handoutMasters/handout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or Rocha" userId="fc10c760-b8d6-4ef8-a964-fcd6221efb67" providerId="ADAL" clId="{0648B9C9-FC9E-499C-81CD-6BF88A412998}"/>
    <pc:docChg chg="undo redo custSel addSld delSld modSld delMainMaster modMainMaster modSection modNotesMaster">
      <pc:chgData name="Vitor Rocha" userId="fc10c760-b8d6-4ef8-a964-fcd6221efb67" providerId="ADAL" clId="{0648B9C9-FC9E-499C-81CD-6BF88A412998}" dt="2026-09-23T16:49:29.907" v="3147"/>
      <pc:docMkLst>
        <pc:docMk/>
      </pc:docMkLst>
      <pc:sldChg chg="addSp delSp modSp mod modNotes">
        <pc:chgData name="Vitor Rocha" userId="fc10c760-b8d6-4ef8-a964-fcd6221efb67" providerId="ADAL" clId="{0648B9C9-FC9E-499C-81CD-6BF88A412998}" dt="2026-09-23T16:26:56.069" v="3085" actId="207"/>
        <pc:sldMkLst>
          <pc:docMk/>
          <pc:sldMk cId="0" sldId="256"/>
        </pc:sldMkLst>
        <pc:spChg chg="mod">
          <ac:chgData name="Vitor Rocha" userId="fc10c760-b8d6-4ef8-a964-fcd6221efb67" providerId="ADAL" clId="{0648B9C9-FC9E-499C-81CD-6BF88A412998}" dt="2026-09-16T16:09:50.049" v="1568"/>
          <ac:spMkLst>
            <pc:docMk/>
            <pc:sldMk cId="0" sldId="256"/>
            <ac:spMk id="2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56"/>
            <ac:spMk id="3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23T14:42:30.893" v="2317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56"/>
            <ac:spMk id="6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56"/>
            <ac:spMk id="7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56"/>
            <ac:spMk id="8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23T14:42:27.561" v="2316" actId="1076"/>
          <ac:spMkLst>
            <pc:docMk/>
            <pc:sldMk cId="0" sldId="256"/>
            <ac:spMk id="10" creationId="{00000000-0000-0000-0000-000000000000}"/>
          </ac:spMkLst>
        </pc:spChg>
        <pc:spChg chg="add del">
          <ac:chgData name="Vitor Rocha" userId="fc10c760-b8d6-4ef8-a964-fcd6221efb67" providerId="ADAL" clId="{0648B9C9-FC9E-499C-81CD-6BF88A412998}" dt="2026-09-23T14:49:52.730" v="2512" actId="22"/>
          <ac:spMkLst>
            <pc:docMk/>
            <pc:sldMk cId="0" sldId="256"/>
            <ac:spMk id="14" creationId="{FF612C96-AD74-F399-E910-154EA28F5005}"/>
          </ac:spMkLst>
        </pc:spChg>
        <pc:spChg chg="add mod">
          <ac:chgData name="Vitor Rocha" userId="fc10c760-b8d6-4ef8-a964-fcd6221efb67" providerId="ADAL" clId="{0648B9C9-FC9E-499C-81CD-6BF88A412998}" dt="2026-09-16T18:03:00.698" v="1874" actId="1035"/>
          <ac:spMkLst>
            <pc:docMk/>
            <pc:sldMk cId="0" sldId="256"/>
            <ac:spMk id="15" creationId="{FE032632-A328-6350-9EDB-7ECA0AD30C6A}"/>
          </ac:spMkLst>
        </pc:spChg>
        <pc:spChg chg="add mod">
          <ac:chgData name="Vitor Rocha" userId="fc10c760-b8d6-4ef8-a964-fcd6221efb67" providerId="ADAL" clId="{0648B9C9-FC9E-499C-81CD-6BF88A412998}" dt="2026-09-16T18:15:47.919" v="2073" actId="571"/>
          <ac:spMkLst>
            <pc:docMk/>
            <pc:sldMk cId="0" sldId="256"/>
            <ac:spMk id="18" creationId="{D70D417E-3046-BC4E-C058-48D8CADB5E04}"/>
          </ac:spMkLst>
        </pc:spChg>
        <pc:graphicFrameChg chg="mod modGraphic">
          <ac:chgData name="Vitor Rocha" userId="fc10c760-b8d6-4ef8-a964-fcd6221efb67" providerId="ADAL" clId="{0648B9C9-FC9E-499C-81CD-6BF88A412998}" dt="2026-09-23T16:26:56.069" v="3085" actId="207"/>
          <ac:graphicFrameMkLst>
            <pc:docMk/>
            <pc:sldMk cId="0" sldId="256"/>
            <ac:graphicFrameMk id="9" creationId="{00000000-0000-0000-0000-000000000000}"/>
          </ac:graphicFrameMkLst>
        </pc:graphicFrameChg>
        <pc:graphicFrameChg chg="add mod ord modVis">
          <ac:chgData name="Vitor Rocha" userId="fc10c760-b8d6-4ef8-a964-fcd6221efb67" providerId="ADAL" clId="{0648B9C9-FC9E-499C-81CD-6BF88A412998}" dt="2026-09-16T16:09:50.160" v="1648"/>
          <ac:graphicFrameMkLst>
            <pc:docMk/>
            <pc:sldMk cId="0" sldId="256"/>
            <ac:graphicFrameMk id="11" creationId="{43A3C6DE-DDD1-D9A7-4B3E-EC616B63B4B3}"/>
          </ac:graphicFrameMkLst>
        </pc:graphicFrameChg>
        <pc:cxnChg chg="add mod">
          <ac:chgData name="Vitor Rocha" userId="fc10c760-b8d6-4ef8-a964-fcd6221efb67" providerId="ADAL" clId="{0648B9C9-FC9E-499C-81CD-6BF88A412998}" dt="2026-09-16T16:11:06.805" v="1787"/>
          <ac:cxnSpMkLst>
            <pc:docMk/>
            <pc:sldMk cId="0" sldId="256"/>
            <ac:cxnSpMk id="12" creationId="{06F4AC42-9DE0-069C-C5A3-6953F0BE53EA}"/>
          </ac:cxnSpMkLst>
        </pc:cxnChg>
      </pc:sldChg>
      <pc:sldChg chg="addSp delSp modSp mod modNotes">
        <pc:chgData name="Vitor Rocha" userId="fc10c760-b8d6-4ef8-a964-fcd6221efb67" providerId="ADAL" clId="{0648B9C9-FC9E-499C-81CD-6BF88A412998}" dt="2026-09-23T14:55:48.776" v="2928" actId="27918"/>
        <pc:sldMkLst>
          <pc:docMk/>
          <pc:sldMk cId="0" sldId="257"/>
        </pc:sldMkLst>
        <pc:spChg chg="mod">
          <ac:chgData name="Vitor Rocha" userId="fc10c760-b8d6-4ef8-a964-fcd6221efb67" providerId="ADAL" clId="{0648B9C9-FC9E-499C-81CD-6BF88A412998}" dt="2026-09-23T14:53:23.941" v="2919"/>
          <ac:spMkLst>
            <pc:docMk/>
            <pc:sldMk cId="0" sldId="257"/>
            <ac:spMk id="2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8:05:49.967" v="1904" actId="114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Vitor Rocha" userId="fc10c760-b8d6-4ef8-a964-fcd6221efb67" providerId="ADAL" clId="{0648B9C9-FC9E-499C-81CD-6BF88A412998}" dt="2026-09-23T14:43:29.946" v="2321" actId="21"/>
          <ac:spMkLst>
            <pc:docMk/>
            <pc:sldMk cId="0" sldId="257"/>
            <ac:spMk id="4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13:17.304" v="1799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23T14:47:54.067" v="2475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57"/>
            <ac:spMk id="9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8:20:02.446" v="2223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8:12:36.962" v="2056" actId="113"/>
          <ac:spMkLst>
            <pc:docMk/>
            <pc:sldMk cId="0" sldId="257"/>
            <ac:spMk id="11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23T14:41:26.840" v="2314" actId="114"/>
          <ac:spMkLst>
            <pc:docMk/>
            <pc:sldMk cId="0" sldId="257"/>
            <ac:spMk id="13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8:12:06.507" v="2051" actId="113"/>
          <ac:spMkLst>
            <pc:docMk/>
            <pc:sldMk cId="0" sldId="257"/>
            <ac:spMk id="14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57"/>
            <ac:spMk id="15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8:20:23.247" v="2262" actId="1410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8:10:54.438" v="1976" actId="113"/>
          <ac:spMkLst>
            <pc:docMk/>
            <pc:sldMk cId="0" sldId="257"/>
            <ac:spMk id="17" creationId="{00000000-0000-0000-0000-000000000000}"/>
          </ac:spMkLst>
        </pc:spChg>
        <pc:spChg chg="add del mod">
          <ac:chgData name="Vitor Rocha" userId="fc10c760-b8d6-4ef8-a964-fcd6221efb67" providerId="ADAL" clId="{0648B9C9-FC9E-499C-81CD-6BF88A412998}" dt="2026-09-23T14:43:31.011" v="2322" actId="478"/>
          <ac:spMkLst>
            <pc:docMk/>
            <pc:sldMk cId="0" sldId="257"/>
            <ac:spMk id="20" creationId="{EDE1F17D-8F51-6BA8-222F-DF3C4DC66584}"/>
          </ac:spMkLst>
        </pc:spChg>
        <pc:spChg chg="add">
          <ac:chgData name="Vitor Rocha" userId="fc10c760-b8d6-4ef8-a964-fcd6221efb67" providerId="ADAL" clId="{0648B9C9-FC9E-499C-81CD-6BF88A412998}" dt="2026-09-23T14:43:31.268" v="2323" actId="22"/>
          <ac:spMkLst>
            <pc:docMk/>
            <pc:sldMk cId="0" sldId="257"/>
            <ac:spMk id="22" creationId="{311A33A0-FA59-35A9-8D8B-195D3D31CC31}"/>
          </ac:spMkLst>
        </pc:spChg>
        <pc:graphicFrameChg chg="mod modGraphic">
          <ac:chgData name="Vitor Rocha" userId="fc10c760-b8d6-4ef8-a964-fcd6221efb67" providerId="ADAL" clId="{0648B9C9-FC9E-499C-81CD-6BF88A412998}" dt="2026-09-16T18:07:47.269" v="1932"/>
          <ac:graphicFrameMkLst>
            <pc:docMk/>
            <pc:sldMk cId="0" sldId="257"/>
            <ac:graphicFrameMk id="6" creationId="{00000000-0000-0000-0000-000000000000}"/>
          </ac:graphicFrameMkLst>
        </pc:graphicFrameChg>
        <pc:graphicFrameChg chg="mod">
          <ac:chgData name="Vitor Rocha" userId="fc10c760-b8d6-4ef8-a964-fcd6221efb67" providerId="ADAL" clId="{0648B9C9-FC9E-499C-81CD-6BF88A412998}" dt="2026-09-23T14:55:33.193" v="2926" actId="207"/>
          <ac:graphicFrameMkLst>
            <pc:docMk/>
            <pc:sldMk cId="0" sldId="257"/>
            <ac:graphicFrameMk id="8" creationId="{00000000-0000-0000-0000-000000000000}"/>
          </ac:graphicFrameMkLst>
        </pc:graphicFrameChg>
        <pc:graphicFrameChg chg="add mod ord modVis">
          <ac:chgData name="Vitor Rocha" userId="fc10c760-b8d6-4ef8-a964-fcd6221efb67" providerId="ADAL" clId="{0648B9C9-FC9E-499C-81CD-6BF88A412998}" dt="2026-09-16T16:09:50.176" v="1678"/>
          <ac:graphicFrameMkLst>
            <pc:docMk/>
            <pc:sldMk cId="0" sldId="257"/>
            <ac:graphicFrameMk id="18" creationId="{02BC8FB0-A95A-43FC-8202-20A8BE4773E1}"/>
          </ac:graphicFrameMkLst>
        </pc:graphicFrameChg>
      </pc:sldChg>
      <pc:sldChg chg="addSp delSp modSp mod modNotes">
        <pc:chgData name="Vitor Rocha" userId="fc10c760-b8d6-4ef8-a964-fcd6221efb67" providerId="ADAL" clId="{0648B9C9-FC9E-499C-81CD-6BF88A412998}" dt="2026-09-23T16:47:59.925" v="3140" actId="207"/>
        <pc:sldMkLst>
          <pc:docMk/>
          <pc:sldMk cId="0" sldId="258"/>
        </pc:sldMkLst>
        <pc:spChg chg="mod">
          <ac:chgData name="Vitor Rocha" userId="fc10c760-b8d6-4ef8-a964-fcd6221efb67" providerId="ADAL" clId="{0648B9C9-FC9E-499C-81CD-6BF88A412998}" dt="2026-09-16T16:09:50.065" v="1571"/>
          <ac:spMkLst>
            <pc:docMk/>
            <pc:sldMk cId="0" sldId="258"/>
            <ac:spMk id="2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Vitor Rocha" userId="fc10c760-b8d6-4ef8-a964-fcd6221efb67" providerId="ADAL" clId="{0648B9C9-FC9E-499C-81CD-6BF88A412998}" dt="2026-09-23T14:43:38.538" v="2327" actId="21"/>
          <ac:spMkLst>
            <pc:docMk/>
            <pc:sldMk cId="0" sldId="258"/>
            <ac:spMk id="4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58"/>
            <ac:spMk id="5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58"/>
            <ac:spMk id="8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8:15:13.523" v="2067" actId="20577"/>
          <ac:spMkLst>
            <pc:docMk/>
            <pc:sldMk cId="0" sldId="258"/>
            <ac:spMk id="9" creationId="{00000000-0000-0000-0000-000000000000}"/>
          </ac:spMkLst>
        </pc:spChg>
        <pc:spChg chg="add del mod">
          <ac:chgData name="Vitor Rocha" userId="fc10c760-b8d6-4ef8-a964-fcd6221efb67" providerId="ADAL" clId="{0648B9C9-FC9E-499C-81CD-6BF88A412998}" dt="2026-09-23T14:43:40.261" v="2328" actId="478"/>
          <ac:spMkLst>
            <pc:docMk/>
            <pc:sldMk cId="0" sldId="258"/>
            <ac:spMk id="12" creationId="{C11BB272-56A3-DE43-5231-22D85C3CE271}"/>
          </ac:spMkLst>
        </pc:spChg>
        <pc:spChg chg="add">
          <ac:chgData name="Vitor Rocha" userId="fc10c760-b8d6-4ef8-a964-fcd6221efb67" providerId="ADAL" clId="{0648B9C9-FC9E-499C-81CD-6BF88A412998}" dt="2026-09-23T14:43:40.535" v="2329" actId="22"/>
          <ac:spMkLst>
            <pc:docMk/>
            <pc:sldMk cId="0" sldId="258"/>
            <ac:spMk id="14" creationId="{E2AF034E-3CE2-DE58-0F30-1CDD048FE2FE}"/>
          </ac:spMkLst>
        </pc:spChg>
        <pc:graphicFrameChg chg="mod modGraphic">
          <ac:chgData name="Vitor Rocha" userId="fc10c760-b8d6-4ef8-a964-fcd6221efb67" providerId="ADAL" clId="{0648B9C9-FC9E-499C-81CD-6BF88A412998}" dt="2026-09-23T16:47:59.925" v="3140" actId="207"/>
          <ac:graphicFrameMkLst>
            <pc:docMk/>
            <pc:sldMk cId="0" sldId="258"/>
            <ac:graphicFrameMk id="6" creationId="{00000000-0000-0000-0000-000000000000}"/>
          </ac:graphicFrameMkLst>
        </pc:graphicFrameChg>
        <pc:graphicFrameChg chg="mod modGraphic">
          <ac:chgData name="Vitor Rocha" userId="fc10c760-b8d6-4ef8-a964-fcd6221efb67" providerId="ADAL" clId="{0648B9C9-FC9E-499C-81CD-6BF88A412998}" dt="2026-09-23T15:02:35.373" v="2942" actId="20577"/>
          <ac:graphicFrameMkLst>
            <pc:docMk/>
            <pc:sldMk cId="0" sldId="258"/>
            <ac:graphicFrameMk id="7" creationId="{00000000-0000-0000-0000-000000000000}"/>
          </ac:graphicFrameMkLst>
        </pc:graphicFrameChg>
        <pc:graphicFrameChg chg="add mod ord modVis">
          <ac:chgData name="Vitor Rocha" userId="fc10c760-b8d6-4ef8-a964-fcd6221efb67" providerId="ADAL" clId="{0648B9C9-FC9E-499C-81CD-6BF88A412998}" dt="2026-09-16T16:09:50.176" v="1662"/>
          <ac:graphicFrameMkLst>
            <pc:docMk/>
            <pc:sldMk cId="0" sldId="258"/>
            <ac:graphicFrameMk id="10" creationId="{C331FEE8-A8E2-42A7-DD70-8E1CEE7BFAB0}"/>
          </ac:graphicFrameMkLst>
        </pc:graphicFrameChg>
      </pc:sldChg>
      <pc:sldChg chg="addSp delSp modSp mod modNotes">
        <pc:chgData name="Vitor Rocha" userId="fc10c760-b8d6-4ef8-a964-fcd6221efb67" providerId="ADAL" clId="{0648B9C9-FC9E-499C-81CD-6BF88A412998}" dt="2026-09-23T16:26:29.263" v="3072" actId="14734"/>
        <pc:sldMkLst>
          <pc:docMk/>
          <pc:sldMk cId="0" sldId="259"/>
        </pc:sldMkLst>
        <pc:spChg chg="mod">
          <ac:chgData name="Vitor Rocha" userId="fc10c760-b8d6-4ef8-a964-fcd6221efb67" providerId="ADAL" clId="{0648B9C9-FC9E-499C-81CD-6BF88A412998}" dt="2026-09-22T20:21:31.958" v="2305"/>
          <ac:spMkLst>
            <pc:docMk/>
            <pc:sldMk cId="0" sldId="259"/>
            <ac:spMk id="2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59"/>
            <ac:spMk id="3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23T14:43:46.959" v="2332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59"/>
            <ac:spMk id="5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59"/>
            <ac:spMk id="6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59"/>
            <ac:spMk id="7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59"/>
            <ac:spMk id="8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23T14:47:46.430" v="2474" actId="20577"/>
          <ac:spMkLst>
            <pc:docMk/>
            <pc:sldMk cId="0" sldId="259"/>
            <ac:spMk id="10" creationId="{00000000-0000-0000-0000-000000000000}"/>
          </ac:spMkLst>
        </pc:spChg>
        <pc:spChg chg="add mod">
          <ac:chgData name="Vitor Rocha" userId="fc10c760-b8d6-4ef8-a964-fcd6221efb67" providerId="ADAL" clId="{0648B9C9-FC9E-499C-81CD-6BF88A412998}" dt="2026-09-16T18:15:33.969" v="2068" actId="571"/>
          <ac:spMkLst>
            <pc:docMk/>
            <pc:sldMk cId="0" sldId="259"/>
            <ac:spMk id="12" creationId="{04F888B9-0416-A07A-2ED1-0461EAE166AE}"/>
          </ac:spMkLst>
        </pc:spChg>
        <pc:spChg chg="add del mod">
          <ac:chgData name="Vitor Rocha" userId="fc10c760-b8d6-4ef8-a964-fcd6221efb67" providerId="ADAL" clId="{0648B9C9-FC9E-499C-81CD-6BF88A412998}" dt="2026-09-23T14:43:48.696" v="2333" actId="478"/>
          <ac:spMkLst>
            <pc:docMk/>
            <pc:sldMk cId="0" sldId="259"/>
            <ac:spMk id="15" creationId="{29C1012D-AD7E-19F7-DFE9-F4818C55CA9B}"/>
          </ac:spMkLst>
        </pc:spChg>
        <pc:spChg chg="add mod">
          <ac:chgData name="Vitor Rocha" userId="fc10c760-b8d6-4ef8-a964-fcd6221efb67" providerId="ADAL" clId="{0648B9C9-FC9E-499C-81CD-6BF88A412998}" dt="2026-09-16T18:02:49.892" v="1836" actId="1036"/>
          <ac:spMkLst>
            <pc:docMk/>
            <pc:sldMk cId="0" sldId="259"/>
            <ac:spMk id="17" creationId="{04CB474F-7830-AC00-111F-8DC3F8F410E7}"/>
          </ac:spMkLst>
        </pc:spChg>
        <pc:spChg chg="add del mod">
          <ac:chgData name="Vitor Rocha" userId="fc10c760-b8d6-4ef8-a964-fcd6221efb67" providerId="ADAL" clId="{0648B9C9-FC9E-499C-81CD-6BF88A412998}" dt="2026-09-23T14:44:35.285" v="2348" actId="478"/>
          <ac:spMkLst>
            <pc:docMk/>
            <pc:sldMk cId="0" sldId="259"/>
            <ac:spMk id="18" creationId="{AE141BFA-15AB-587B-1F77-005CA3F14CDF}"/>
          </ac:spMkLst>
        </pc:spChg>
        <pc:graphicFrameChg chg="mod modGraphic">
          <ac:chgData name="Vitor Rocha" userId="fc10c760-b8d6-4ef8-a964-fcd6221efb67" providerId="ADAL" clId="{0648B9C9-FC9E-499C-81CD-6BF88A412998}" dt="2026-09-23T16:26:29.263" v="3072" actId="14734"/>
          <ac:graphicFrameMkLst>
            <pc:docMk/>
            <pc:sldMk cId="0" sldId="259"/>
            <ac:graphicFrameMk id="9" creationId="{00000000-0000-0000-0000-000000000000}"/>
          </ac:graphicFrameMkLst>
        </pc:graphicFrameChg>
        <pc:graphicFrameChg chg="add mod ord modVis">
          <ac:chgData name="Vitor Rocha" userId="fc10c760-b8d6-4ef8-a964-fcd6221efb67" providerId="ADAL" clId="{0648B9C9-FC9E-499C-81CD-6BF88A412998}" dt="2026-09-16T16:09:50.192" v="1692"/>
          <ac:graphicFrameMkLst>
            <pc:docMk/>
            <pc:sldMk cId="0" sldId="259"/>
            <ac:graphicFrameMk id="11" creationId="{64F6745B-645B-F658-52C7-FC13944C3A17}"/>
          </ac:graphicFrameMkLst>
        </pc:graphicFrameChg>
        <pc:cxnChg chg="add mod">
          <ac:chgData name="Vitor Rocha" userId="fc10c760-b8d6-4ef8-a964-fcd6221efb67" providerId="ADAL" clId="{0648B9C9-FC9E-499C-81CD-6BF88A412998}" dt="2026-09-16T16:11:05.611" v="1786" actId="14100"/>
          <ac:cxnSpMkLst>
            <pc:docMk/>
            <pc:sldMk cId="0" sldId="259"/>
            <ac:cxnSpMk id="13" creationId="{9A4A2975-AA51-5387-E8CD-4CB78A98BB4F}"/>
          </ac:cxnSpMkLst>
        </pc:cxnChg>
      </pc:sldChg>
      <pc:sldChg chg="addSp delSp modSp mod modNotes">
        <pc:chgData name="Vitor Rocha" userId="fc10c760-b8d6-4ef8-a964-fcd6221efb67" providerId="ADAL" clId="{0648B9C9-FC9E-499C-81CD-6BF88A412998}" dt="2026-09-23T16:47:34.815" v="3138" actId="207"/>
        <pc:sldMkLst>
          <pc:docMk/>
          <pc:sldMk cId="0" sldId="260"/>
        </pc:sldMkLst>
        <pc:spChg chg="mod">
          <ac:chgData name="Vitor Rocha" userId="fc10c760-b8d6-4ef8-a964-fcd6221efb67" providerId="ADAL" clId="{0648B9C9-FC9E-499C-81CD-6BF88A412998}" dt="2026-09-23T14:48:50.359" v="2510"/>
          <ac:spMkLst>
            <pc:docMk/>
            <pc:sldMk cId="0" sldId="260"/>
            <ac:spMk id="2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60"/>
            <ac:spMk id="3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23T14:43:58.356" v="2336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60"/>
            <ac:spMk id="5" creationId="{00000000-0000-0000-0000-000000000000}"/>
          </ac:spMkLst>
        </pc:spChg>
        <pc:spChg chg="del mod">
          <ac:chgData name="Vitor Rocha" userId="fc10c760-b8d6-4ef8-a964-fcd6221efb67" providerId="ADAL" clId="{0648B9C9-FC9E-499C-81CD-6BF88A412998}" dt="2026-09-23T14:47:07.733" v="2459" actId="21"/>
          <ac:spMkLst>
            <pc:docMk/>
            <pc:sldMk cId="0" sldId="260"/>
            <ac:spMk id="7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60"/>
            <ac:spMk id="9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23T14:41:16.534" v="2312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8:18:26.223" v="2131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8:04:00.769" v="1896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8:19:37.879" v="2205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8:19:50.175" v="2213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8:21:04.465" v="2278" actId="20577"/>
          <ac:spMkLst>
            <pc:docMk/>
            <pc:sldMk cId="0" sldId="260"/>
            <ac:spMk id="17" creationId="{00000000-0000-0000-0000-000000000000}"/>
          </ac:spMkLst>
        </pc:spChg>
        <pc:spChg chg="add del mod">
          <ac:chgData name="Vitor Rocha" userId="fc10c760-b8d6-4ef8-a964-fcd6221efb67" providerId="ADAL" clId="{0648B9C9-FC9E-499C-81CD-6BF88A412998}" dt="2026-09-23T14:44:01.496" v="2338" actId="478"/>
          <ac:spMkLst>
            <pc:docMk/>
            <pc:sldMk cId="0" sldId="260"/>
            <ac:spMk id="20" creationId="{E8272D12-51C3-A268-22D8-599E37E8223C}"/>
          </ac:spMkLst>
        </pc:spChg>
        <pc:spChg chg="add del">
          <ac:chgData name="Vitor Rocha" userId="fc10c760-b8d6-4ef8-a964-fcd6221efb67" providerId="ADAL" clId="{0648B9C9-FC9E-499C-81CD-6BF88A412998}" dt="2026-09-23T14:47:08.737" v="2460" actId="478"/>
          <ac:spMkLst>
            <pc:docMk/>
            <pc:sldMk cId="0" sldId="260"/>
            <ac:spMk id="22" creationId="{58B60201-42E0-3DE0-0D3F-8DBC59AD8A2E}"/>
          </ac:spMkLst>
        </pc:spChg>
        <pc:spChg chg="add del mod">
          <ac:chgData name="Vitor Rocha" userId="fc10c760-b8d6-4ef8-a964-fcd6221efb67" providerId="ADAL" clId="{0648B9C9-FC9E-499C-81CD-6BF88A412998}" dt="2026-09-23T14:47:22.989" v="2464" actId="21"/>
          <ac:spMkLst>
            <pc:docMk/>
            <pc:sldMk cId="0" sldId="260"/>
            <ac:spMk id="24" creationId="{63BF33DD-D790-A517-092D-7B0B75E1E304}"/>
          </ac:spMkLst>
        </pc:spChg>
        <pc:spChg chg="add del">
          <ac:chgData name="Vitor Rocha" userId="fc10c760-b8d6-4ef8-a964-fcd6221efb67" providerId="ADAL" clId="{0648B9C9-FC9E-499C-81CD-6BF88A412998}" dt="2026-09-23T14:47:24.061" v="2465" actId="478"/>
          <ac:spMkLst>
            <pc:docMk/>
            <pc:sldMk cId="0" sldId="260"/>
            <ac:spMk id="26" creationId="{A39B4367-D5BE-9A96-8465-C86B42CDB2C3}"/>
          </ac:spMkLst>
        </pc:spChg>
        <pc:spChg chg="add mod">
          <ac:chgData name="Vitor Rocha" userId="fc10c760-b8d6-4ef8-a964-fcd6221efb67" providerId="ADAL" clId="{0648B9C9-FC9E-499C-81CD-6BF88A412998}" dt="2026-09-23T14:47:42.787" v="2473" actId="20577"/>
          <ac:spMkLst>
            <pc:docMk/>
            <pc:sldMk cId="0" sldId="260"/>
            <ac:spMk id="28" creationId="{73BEEE5F-D179-DF99-62C3-ACACD1DA4019}"/>
          </ac:spMkLst>
        </pc:spChg>
        <pc:graphicFrameChg chg="mod modGraphic">
          <ac:chgData name="Vitor Rocha" userId="fc10c760-b8d6-4ef8-a964-fcd6221efb67" providerId="ADAL" clId="{0648B9C9-FC9E-499C-81CD-6BF88A412998}" dt="2026-09-23T16:47:34.815" v="3138" actId="207"/>
          <ac:graphicFrameMkLst>
            <pc:docMk/>
            <pc:sldMk cId="0" sldId="260"/>
            <ac:graphicFrameMk id="6" creationId="{00000000-0000-0000-0000-000000000000}"/>
          </ac:graphicFrameMkLst>
        </pc:graphicFrameChg>
        <pc:graphicFrameChg chg="mod">
          <ac:chgData name="Vitor Rocha" userId="fc10c760-b8d6-4ef8-a964-fcd6221efb67" providerId="ADAL" clId="{0648B9C9-FC9E-499C-81CD-6BF88A412998}" dt="2026-09-23T14:56:39.382" v="2930" actId="207"/>
          <ac:graphicFrameMkLst>
            <pc:docMk/>
            <pc:sldMk cId="0" sldId="260"/>
            <ac:graphicFrameMk id="8" creationId="{00000000-0000-0000-0000-000000000000}"/>
          </ac:graphicFrameMkLst>
        </pc:graphicFrameChg>
        <pc:graphicFrameChg chg="add mod ord modVis">
          <ac:chgData name="Vitor Rocha" userId="fc10c760-b8d6-4ef8-a964-fcd6221efb67" providerId="ADAL" clId="{0648B9C9-FC9E-499C-81CD-6BF88A412998}" dt="2026-09-16T16:09:50.176" v="1676"/>
          <ac:graphicFrameMkLst>
            <pc:docMk/>
            <pc:sldMk cId="0" sldId="260"/>
            <ac:graphicFrameMk id="18" creationId="{46E30457-15CC-F685-9E98-80D96B922FC6}"/>
          </ac:graphicFrameMkLst>
        </pc:graphicFrameChg>
      </pc:sldChg>
      <pc:sldChg chg="addSp delSp modSp mod modNotes">
        <pc:chgData name="Vitor Rocha" userId="fc10c760-b8d6-4ef8-a964-fcd6221efb67" providerId="ADAL" clId="{0648B9C9-FC9E-499C-81CD-6BF88A412998}" dt="2026-09-23T16:49:29.907" v="3147"/>
        <pc:sldMkLst>
          <pc:docMk/>
          <pc:sldMk cId="0" sldId="261"/>
        </pc:sldMkLst>
        <pc:spChg chg="mod">
          <ac:chgData name="Vitor Rocha" userId="fc10c760-b8d6-4ef8-a964-fcd6221efb67" providerId="ADAL" clId="{0648B9C9-FC9E-499C-81CD-6BF88A412998}" dt="2026-09-16T16:09:50.081" v="1583"/>
          <ac:spMkLst>
            <pc:docMk/>
            <pc:sldMk cId="0" sldId="261"/>
            <ac:spMk id="2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Vitor Rocha" userId="fc10c760-b8d6-4ef8-a964-fcd6221efb67" providerId="ADAL" clId="{0648B9C9-FC9E-499C-81CD-6BF88A412998}" dt="2026-09-23T14:44:07.115" v="2341" actId="21"/>
          <ac:spMkLst>
            <pc:docMk/>
            <pc:sldMk cId="0" sldId="261"/>
            <ac:spMk id="4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Vitor Rocha" userId="fc10c760-b8d6-4ef8-a964-fcd6221efb67" providerId="ADAL" clId="{0648B9C9-FC9E-499C-81CD-6BF88A412998}" dt="2026-09-23T14:47:29.186" v="2469" actId="21"/>
          <ac:spMkLst>
            <pc:docMk/>
            <pc:sldMk cId="0" sldId="261"/>
            <ac:spMk id="7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6:09:49.502" v="1565" actId="790"/>
          <ac:spMkLst>
            <pc:docMk/>
            <pc:sldMk cId="0" sldId="261"/>
            <ac:spMk id="9" creationId="{00000000-0000-0000-0000-000000000000}"/>
          </ac:spMkLst>
        </pc:spChg>
        <pc:spChg chg="mod">
          <ac:chgData name="Vitor Rocha" userId="fc10c760-b8d6-4ef8-a964-fcd6221efb67" providerId="ADAL" clId="{0648B9C9-FC9E-499C-81CD-6BF88A412998}" dt="2026-09-16T18:24:30.821" v="2296" actId="113"/>
          <ac:spMkLst>
            <pc:docMk/>
            <pc:sldMk cId="0" sldId="261"/>
            <ac:spMk id="10" creationId="{00000000-0000-0000-0000-000000000000}"/>
          </ac:spMkLst>
        </pc:spChg>
        <pc:spChg chg="add del">
          <ac:chgData name="Vitor Rocha" userId="fc10c760-b8d6-4ef8-a964-fcd6221efb67" providerId="ADAL" clId="{0648B9C9-FC9E-499C-81CD-6BF88A412998}" dt="2026-09-23T14:44:08.222" v="2342" actId="478"/>
          <ac:spMkLst>
            <pc:docMk/>
            <pc:sldMk cId="0" sldId="261"/>
            <ac:spMk id="13" creationId="{FD2AFC06-8548-0B6F-4B85-84647FFE3C30}"/>
          </ac:spMkLst>
        </pc:spChg>
        <pc:spChg chg="add mod">
          <ac:chgData name="Vitor Rocha" userId="fc10c760-b8d6-4ef8-a964-fcd6221efb67" providerId="ADAL" clId="{0648B9C9-FC9E-499C-81CD-6BF88A412998}" dt="2026-09-23T15:07:22.394" v="2959" actId="20577"/>
          <ac:spMkLst>
            <pc:docMk/>
            <pc:sldMk cId="0" sldId="261"/>
            <ac:spMk id="15" creationId="{EDF51393-8DD8-FD6B-12B1-592B3E2DE764}"/>
          </ac:spMkLst>
        </pc:spChg>
        <pc:spChg chg="add del">
          <ac:chgData name="Vitor Rocha" userId="fc10c760-b8d6-4ef8-a964-fcd6221efb67" providerId="ADAL" clId="{0648B9C9-FC9E-499C-81CD-6BF88A412998}" dt="2026-09-23T14:47:30.167" v="2470" actId="478"/>
          <ac:spMkLst>
            <pc:docMk/>
            <pc:sldMk cId="0" sldId="261"/>
            <ac:spMk id="17" creationId="{09B810C7-D72F-C812-A446-BC7DA131AA76}"/>
          </ac:spMkLst>
        </pc:spChg>
        <pc:spChg chg="add mod">
          <ac:chgData name="Vitor Rocha" userId="fc10c760-b8d6-4ef8-a964-fcd6221efb67" providerId="ADAL" clId="{0648B9C9-FC9E-499C-81CD-6BF88A412998}" dt="2026-09-23T14:47:38.922" v="2472" actId="20577"/>
          <ac:spMkLst>
            <pc:docMk/>
            <pc:sldMk cId="0" sldId="261"/>
            <ac:spMk id="19" creationId="{A28BDC93-5504-06E3-2D2E-8F20B6BB44DE}"/>
          </ac:spMkLst>
        </pc:spChg>
        <pc:graphicFrameChg chg="mod modGraphic">
          <ac:chgData name="Vitor Rocha" userId="fc10c760-b8d6-4ef8-a964-fcd6221efb67" providerId="ADAL" clId="{0648B9C9-FC9E-499C-81CD-6BF88A412998}" dt="2026-09-23T16:49:29.907" v="3147"/>
          <ac:graphicFrameMkLst>
            <pc:docMk/>
            <pc:sldMk cId="0" sldId="261"/>
            <ac:graphicFrameMk id="6" creationId="{00000000-0000-0000-0000-000000000000}"/>
          </ac:graphicFrameMkLst>
        </pc:graphicFrameChg>
        <pc:graphicFrameChg chg="modGraphic">
          <ac:chgData name="Vitor Rocha" userId="fc10c760-b8d6-4ef8-a964-fcd6221efb67" providerId="ADAL" clId="{0648B9C9-FC9E-499C-81CD-6BF88A412998}" dt="2026-09-16T16:09:49.502" v="1565" actId="790"/>
          <ac:graphicFrameMkLst>
            <pc:docMk/>
            <pc:sldMk cId="0" sldId="261"/>
            <ac:graphicFrameMk id="8" creationId="{00000000-0000-0000-0000-000000000000}"/>
          </ac:graphicFrameMkLst>
        </pc:graphicFrameChg>
        <pc:graphicFrameChg chg="add mod ord modVis">
          <ac:chgData name="Vitor Rocha" userId="fc10c760-b8d6-4ef8-a964-fcd6221efb67" providerId="ADAL" clId="{0648B9C9-FC9E-499C-81CD-6BF88A412998}" dt="2026-09-16T16:09:50.207" v="1706"/>
          <ac:graphicFrameMkLst>
            <pc:docMk/>
            <pc:sldMk cId="0" sldId="261"/>
            <ac:graphicFrameMk id="11" creationId="{31158B97-764B-8609-F5F6-B8077668DF1B}"/>
          </ac:graphicFrameMkLst>
        </pc:graphicFrameChg>
      </pc:sldChg>
      <pc:sldChg chg="addSp delSp modSp add mod">
        <pc:chgData name="Vitor Rocha" userId="fc10c760-b8d6-4ef8-a964-fcd6221efb67" providerId="ADAL" clId="{0648B9C9-FC9E-499C-81CD-6BF88A412998}" dt="2026-09-23T14:52:50.260" v="2882" actId="20577"/>
        <pc:sldMkLst>
          <pc:docMk/>
          <pc:sldMk cId="589862933" sldId="262"/>
        </pc:sldMkLst>
        <pc:spChg chg="add del mod">
          <ac:chgData name="Vitor Rocha" userId="fc10c760-b8d6-4ef8-a964-fcd6221efb67" providerId="ADAL" clId="{0648B9C9-FC9E-499C-81CD-6BF88A412998}" dt="2026-09-23T14:51:22.155" v="2817" actId="478"/>
          <ac:spMkLst>
            <pc:docMk/>
            <pc:sldMk cId="589862933" sldId="262"/>
            <ac:spMk id="5" creationId="{3799E624-BD21-5990-3BCF-91DC8880A103}"/>
          </ac:spMkLst>
        </pc:spChg>
        <pc:spChg chg="mod">
          <ac:chgData name="Vitor Rocha" userId="fc10c760-b8d6-4ef8-a964-fcd6221efb67" providerId="ADAL" clId="{0648B9C9-FC9E-499C-81CD-6BF88A412998}" dt="2026-09-23T14:52:50.260" v="2882" actId="20577"/>
          <ac:spMkLst>
            <pc:docMk/>
            <pc:sldMk cId="589862933" sldId="262"/>
            <ac:spMk id="7" creationId="{F8707B35-17FC-F806-ED36-FFBF5E7B3045}"/>
          </ac:spMkLst>
        </pc:spChg>
        <pc:spChg chg="del mod">
          <ac:chgData name="Vitor Rocha" userId="fc10c760-b8d6-4ef8-a964-fcd6221efb67" providerId="ADAL" clId="{0648B9C9-FC9E-499C-81CD-6BF88A412998}" dt="2026-09-23T14:51:21.024" v="2816" actId="478"/>
          <ac:spMkLst>
            <pc:docMk/>
            <pc:sldMk cId="589862933" sldId="262"/>
            <ac:spMk id="12" creationId="{EC0E354C-4022-4E2F-BCCD-7DC4535153D0}"/>
          </ac:spMkLst>
        </pc:spChg>
        <pc:picChg chg="mod">
          <ac:chgData name="Vitor Rocha" userId="fc10c760-b8d6-4ef8-a964-fcd6221efb67" providerId="ADAL" clId="{0648B9C9-FC9E-499C-81CD-6BF88A412998}" dt="2026-09-23T14:52:08.185" v="2836" actId="1076"/>
          <ac:picMkLst>
            <pc:docMk/>
            <pc:sldMk cId="589862933" sldId="262"/>
            <ac:picMk id="3" creationId="{518674D6-5E2F-01AF-5330-583E4E48B12A}"/>
          </ac:picMkLst>
        </pc:picChg>
        <pc:picChg chg="add mod">
          <ac:chgData name="Vitor Rocha" userId="fc10c760-b8d6-4ef8-a964-fcd6221efb67" providerId="ADAL" clId="{0648B9C9-FC9E-499C-81CD-6BF88A412998}" dt="2026-09-23T14:52:16.589" v="2839" actId="1076"/>
          <ac:picMkLst>
            <pc:docMk/>
            <pc:sldMk cId="589862933" sldId="262"/>
            <ac:picMk id="8" creationId="{4963DE9C-1A13-261B-C630-E7BD12688D4D}"/>
          </ac:picMkLst>
        </pc:picChg>
      </pc:sldChg>
      <pc:sldChg chg="addSp modSp mod">
        <pc:chgData name="Vitor Rocha" userId="fc10c760-b8d6-4ef8-a964-fcd6221efb67" providerId="ADAL" clId="{0648B9C9-FC9E-499C-81CD-6BF88A412998}" dt="2026-09-23T16:33:07.662" v="3118" actId="1035"/>
        <pc:sldMkLst>
          <pc:docMk/>
          <pc:sldMk cId="0" sldId="263"/>
        </pc:sldMkLst>
        <pc:spChg chg="add mod">
          <ac:chgData name="Vitor Rocha" userId="fc10c760-b8d6-4ef8-a964-fcd6221efb67" providerId="ADAL" clId="{0648B9C9-FC9E-499C-81CD-6BF88A412998}" dt="2026-09-23T16:33:07.662" v="3118" actId="1035"/>
          <ac:spMkLst>
            <pc:docMk/>
            <pc:sldMk cId="0" sldId="263"/>
            <ac:spMk id="12" creationId="{3EB9424A-AE99-3EAE-6BD9-07E50491C05C}"/>
          </ac:spMkLst>
        </pc:spChg>
        <pc:spChg chg="add mod">
          <ac:chgData name="Vitor Rocha" userId="fc10c760-b8d6-4ef8-a964-fcd6221efb67" providerId="ADAL" clId="{0648B9C9-FC9E-499C-81CD-6BF88A412998}" dt="2026-09-23T16:33:07.662" v="3118" actId="1035"/>
          <ac:spMkLst>
            <pc:docMk/>
            <pc:sldMk cId="0" sldId="263"/>
            <ac:spMk id="14" creationId="{F8524F24-5AD7-4E38-78A9-76370C43F2F4}"/>
          </ac:spMkLst>
        </pc:spChg>
        <pc:graphicFrameChg chg="mod modGraphic">
          <ac:chgData name="Vitor Rocha" userId="fc10c760-b8d6-4ef8-a964-fcd6221efb67" providerId="ADAL" clId="{0648B9C9-FC9E-499C-81CD-6BF88A412998}" dt="2026-09-23T16:32:58.964" v="3106" actId="20577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addSp modSp mod">
        <pc:chgData name="Vitor Rocha" userId="fc10c760-b8d6-4ef8-a964-fcd6221efb67" providerId="ADAL" clId="{0648B9C9-FC9E-499C-81CD-6BF88A412998}" dt="2026-09-23T16:47:07.156" v="3135" actId="1035"/>
        <pc:sldMkLst>
          <pc:docMk/>
          <pc:sldMk cId="0" sldId="264"/>
        </pc:sldMkLst>
        <pc:spChg chg="add mod">
          <ac:chgData name="Vitor Rocha" userId="fc10c760-b8d6-4ef8-a964-fcd6221efb67" providerId="ADAL" clId="{0648B9C9-FC9E-499C-81CD-6BF88A412998}" dt="2026-09-23T16:47:07.156" v="3135" actId="1035"/>
          <ac:spMkLst>
            <pc:docMk/>
            <pc:sldMk cId="0" sldId="264"/>
            <ac:spMk id="12" creationId="{DB83F4EE-9B28-D018-333B-5B9D09737C68}"/>
          </ac:spMkLst>
        </pc:spChg>
        <pc:spChg chg="add mod">
          <ac:chgData name="Vitor Rocha" userId="fc10c760-b8d6-4ef8-a964-fcd6221efb67" providerId="ADAL" clId="{0648B9C9-FC9E-499C-81CD-6BF88A412998}" dt="2026-09-23T16:47:07.156" v="3135" actId="1035"/>
          <ac:spMkLst>
            <pc:docMk/>
            <pc:sldMk cId="0" sldId="264"/>
            <ac:spMk id="14" creationId="{829CBA43-AF57-70D3-9CC5-ECAAE5318EDF}"/>
          </ac:spMkLst>
        </pc:spChg>
        <pc:graphicFrameChg chg="mod modGraphic">
          <ac:chgData name="Vitor Rocha" userId="fc10c760-b8d6-4ef8-a964-fcd6221efb67" providerId="ADAL" clId="{0648B9C9-FC9E-499C-81CD-6BF88A412998}" dt="2026-09-23T16:33:56.073" v="3120" actId="207"/>
          <ac:graphicFrameMkLst>
            <pc:docMk/>
            <pc:sldMk cId="0" sldId="264"/>
            <ac:graphicFrameMk id="9" creationId="{00000000-0000-0000-0000-000000000000}"/>
          </ac:graphicFrameMkLst>
        </pc:graphicFrameChg>
      </pc:sldChg>
      <pc:sldChg chg="add del">
        <pc:chgData name="Vitor Rocha" userId="fc10c760-b8d6-4ef8-a964-fcd6221efb67" providerId="ADAL" clId="{0648B9C9-FC9E-499C-81CD-6BF88A412998}" dt="2026-09-23T16:29:36.919" v="3092" actId="47"/>
        <pc:sldMkLst>
          <pc:docMk/>
          <pc:sldMk cId="2231033173" sldId="265"/>
        </pc:sldMkLst>
      </pc:sldChg>
      <pc:sldMasterChg chg="modSp mod modSldLayout">
        <pc:chgData name="Vitor Rocha" userId="fc10c760-b8d6-4ef8-a964-fcd6221efb67" providerId="ADAL" clId="{0648B9C9-FC9E-499C-81CD-6BF88A412998}" dt="2026-09-16T16:09:50.239" v="1752"/>
        <pc:sldMasterMkLst>
          <pc:docMk/>
          <pc:sldMasterMk cId="2457651207" sldId="2147483733"/>
        </pc:sldMasterMkLst>
        <pc:spChg chg="mod">
          <ac:chgData name="Vitor Rocha" userId="fc10c760-b8d6-4ef8-a964-fcd6221efb67" providerId="ADAL" clId="{0648B9C9-FC9E-499C-81CD-6BF88A412998}" dt="2026-09-16T16:09:49.283" v="1433" actId="947"/>
          <ac:spMkLst>
            <pc:docMk/>
            <pc:sldMasterMk cId="2457651207" sldId="2147483733"/>
            <ac:spMk id="2" creationId="{71ED9930-B596-45CD-843F-C023B376A541}"/>
          </ac:spMkLst>
        </pc:spChg>
        <pc:spChg chg="mod">
          <ac:chgData name="Vitor Rocha" userId="fc10c760-b8d6-4ef8-a964-fcd6221efb67" providerId="ADAL" clId="{0648B9C9-FC9E-499C-81CD-6BF88A412998}" dt="2026-09-16T16:09:49.267" v="1431" actId="947"/>
          <ac:spMkLst>
            <pc:docMk/>
            <pc:sldMasterMk cId="2457651207" sldId="2147483733"/>
            <ac:spMk id="8" creationId="{EEE9B0C2-2B9A-4B0D-B5CD-B9EFF03775E4}"/>
          </ac:spMkLst>
        </pc:spChg>
        <pc:graphicFrameChg chg="mod">
          <ac:chgData name="Vitor Rocha" userId="fc10c760-b8d6-4ef8-a964-fcd6221efb67" providerId="ADAL" clId="{0648B9C9-FC9E-499C-81CD-6BF88A412998}" dt="2026-09-16T16:09:50.223" v="1730"/>
          <ac:graphicFrameMkLst>
            <pc:docMk/>
            <pc:sldMasterMk cId="2457651207" sldId="2147483733"/>
            <ac:graphicFrameMk id="3" creationId="{00000000-0000-0000-0000-000000000000}"/>
          </ac:graphicFrameMkLst>
        </pc:graphicFrameChg>
        <pc:sldLayoutChg chg="modSp mod">
          <pc:chgData name="Vitor Rocha" userId="fc10c760-b8d6-4ef8-a964-fcd6221efb67" providerId="ADAL" clId="{0648B9C9-FC9E-499C-81CD-6BF88A412998}" dt="2026-09-16T16:09:50.223" v="1738"/>
          <pc:sldLayoutMkLst>
            <pc:docMk/>
            <pc:sldMasterMk cId="2457651207" sldId="2147483733"/>
            <pc:sldLayoutMk cId="1994443101" sldId="2147483734"/>
          </pc:sldLayoutMkLst>
          <pc:spChg chg="mod">
            <ac:chgData name="Vitor Rocha" userId="fc10c760-b8d6-4ef8-a964-fcd6221efb67" providerId="ADAL" clId="{0648B9C9-FC9E-499C-81CD-6BF88A412998}" dt="2026-09-16T16:09:49.315" v="1455" actId="947"/>
            <ac:spMkLst>
              <pc:docMk/>
              <pc:sldMasterMk cId="2457651207" sldId="2147483733"/>
              <pc:sldLayoutMk cId="1994443101" sldId="2147483734"/>
              <ac:spMk id="3" creationId="{49D7F7D8-121D-4521-9A08-F7C3CB97B79E}"/>
            </ac:spMkLst>
          </pc:spChg>
          <pc:spChg chg="mod">
            <ac:chgData name="Vitor Rocha" userId="fc10c760-b8d6-4ef8-a964-fcd6221efb67" providerId="ADAL" clId="{0648B9C9-FC9E-499C-81CD-6BF88A412998}" dt="2026-09-16T16:09:49.315" v="1463" actId="947"/>
            <ac:spMkLst>
              <pc:docMk/>
              <pc:sldMasterMk cId="2457651207" sldId="2147483733"/>
              <pc:sldLayoutMk cId="1994443101" sldId="2147483734"/>
              <ac:spMk id="5" creationId="{079B3554-157F-4B42-AF2E-A676ADBBE7B4}"/>
            </ac:spMkLst>
          </pc:spChg>
          <pc:spChg chg="mod">
            <ac:chgData name="Vitor Rocha" userId="fc10c760-b8d6-4ef8-a964-fcd6221efb67" providerId="ADAL" clId="{0648B9C9-FC9E-499C-81CD-6BF88A412998}" dt="2026-09-16T16:09:49.315" v="1459" actId="947"/>
            <ac:spMkLst>
              <pc:docMk/>
              <pc:sldMasterMk cId="2457651207" sldId="2147483733"/>
              <pc:sldLayoutMk cId="1994443101" sldId="2147483734"/>
              <ac:spMk id="6" creationId="{3B974E01-DFD1-46B4-8010-2D036312C57E}"/>
            </ac:spMkLst>
          </pc:spChg>
          <pc:spChg chg="mod">
            <ac:chgData name="Vitor Rocha" userId="fc10c760-b8d6-4ef8-a964-fcd6221efb67" providerId="ADAL" clId="{0648B9C9-FC9E-499C-81CD-6BF88A412998}" dt="2026-09-16T16:09:50.128" v="1618" actId="948"/>
            <ac:spMkLst>
              <pc:docMk/>
              <pc:sldMasterMk cId="2457651207" sldId="2147483733"/>
              <pc:sldLayoutMk cId="1994443101" sldId="2147483734"/>
              <ac:spMk id="7" creationId="{6A8BF856-BEBA-4E91-B613-E2D777E22B96}"/>
            </ac:spMkLst>
          </pc:spChg>
          <pc:spChg chg="mod">
            <ac:chgData name="Vitor Rocha" userId="fc10c760-b8d6-4ef8-a964-fcd6221efb67" providerId="ADAL" clId="{0648B9C9-FC9E-499C-81CD-6BF88A412998}" dt="2026-09-16T16:09:49.315" v="1465" actId="947"/>
            <ac:spMkLst>
              <pc:docMk/>
              <pc:sldMasterMk cId="2457651207" sldId="2147483733"/>
              <pc:sldLayoutMk cId="1994443101" sldId="2147483734"/>
              <ac:spMk id="14" creationId="{6FE25D94-13B1-40BF-A477-D1DF36F7EFC6}"/>
            </ac:spMkLst>
          </pc:spChg>
          <pc:spChg chg="mod">
            <ac:chgData name="Vitor Rocha" userId="fc10c760-b8d6-4ef8-a964-fcd6221efb67" providerId="ADAL" clId="{0648B9C9-FC9E-499C-81CD-6BF88A412998}" dt="2026-09-16T16:09:49.315" v="1457"/>
            <ac:spMkLst>
              <pc:docMk/>
              <pc:sldMasterMk cId="2457651207" sldId="2147483733"/>
              <pc:sldLayoutMk cId="1994443101" sldId="2147483734"/>
              <ac:spMk id="19" creationId="{00000000-0000-0000-0000-000000000000}"/>
            </ac:spMkLst>
          </pc:spChg>
          <pc:graphicFrameChg chg="mod">
            <ac:chgData name="Vitor Rocha" userId="fc10c760-b8d6-4ef8-a964-fcd6221efb67" providerId="ADAL" clId="{0648B9C9-FC9E-499C-81CD-6BF88A412998}" dt="2026-09-16T16:09:50.223" v="1738"/>
            <ac:graphicFrameMkLst>
              <pc:docMk/>
              <pc:sldMasterMk cId="2457651207" sldId="2147483733"/>
              <pc:sldLayoutMk cId="1994443101" sldId="2147483734"/>
              <ac:graphicFrameMk id="2" creationId="{00000000-0000-0000-0000-000000000000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23" v="1742"/>
          <pc:sldLayoutMkLst>
            <pc:docMk/>
            <pc:sldMasterMk cId="2457651207" sldId="2147483733"/>
            <pc:sldLayoutMk cId="2775339404" sldId="2147483751"/>
          </pc:sldLayoutMkLst>
          <pc:spChg chg="mod">
            <ac:chgData name="Vitor Rocha" userId="fc10c760-b8d6-4ef8-a964-fcd6221efb67" providerId="ADAL" clId="{0648B9C9-FC9E-499C-81CD-6BF88A412998}" dt="2026-09-16T16:09:49.347" v="1477" actId="947"/>
            <ac:spMkLst>
              <pc:docMk/>
              <pc:sldMasterMk cId="2457651207" sldId="2147483733"/>
              <pc:sldLayoutMk cId="2775339404" sldId="2147483751"/>
              <ac:spMk id="4" creationId="{810F96FD-AE0F-4F9A-AB6C-61C256203AA1}"/>
            </ac:spMkLst>
          </pc:spChg>
          <pc:spChg chg="mod">
            <ac:chgData name="Vitor Rocha" userId="fc10c760-b8d6-4ef8-a964-fcd6221efb67" providerId="ADAL" clId="{0648B9C9-FC9E-499C-81CD-6BF88A412998}" dt="2026-09-16T16:09:49.347" v="1479" actId="947"/>
            <ac:spMkLst>
              <pc:docMk/>
              <pc:sldMasterMk cId="2457651207" sldId="2147483733"/>
              <pc:sldLayoutMk cId="2775339404" sldId="2147483751"/>
              <ac:spMk id="6" creationId="{E8A36B9A-E1B6-4B7F-AA67-51A4147274D4}"/>
            </ac:spMkLst>
          </pc:spChg>
          <pc:spChg chg="mod">
            <ac:chgData name="Vitor Rocha" userId="fc10c760-b8d6-4ef8-a964-fcd6221efb67" providerId="ADAL" clId="{0648B9C9-FC9E-499C-81CD-6BF88A412998}" dt="2026-09-16T16:09:49.347" v="1481" actId="947"/>
            <ac:spMkLst>
              <pc:docMk/>
              <pc:sldMasterMk cId="2457651207" sldId="2147483733"/>
              <pc:sldLayoutMk cId="2775339404" sldId="2147483751"/>
              <ac:spMk id="8" creationId="{3B1D795D-ED5D-4EBC-BA07-929A9EE7E6A9}"/>
            </ac:spMkLst>
          </pc:spChg>
          <pc:graphicFrameChg chg="mod">
            <ac:chgData name="Vitor Rocha" userId="fc10c760-b8d6-4ef8-a964-fcd6221efb67" providerId="ADAL" clId="{0648B9C9-FC9E-499C-81CD-6BF88A412998}" dt="2026-09-16T16:09:50.223" v="1742"/>
            <ac:graphicFrameMkLst>
              <pc:docMk/>
              <pc:sldMasterMk cId="2457651207" sldId="2147483733"/>
              <pc:sldLayoutMk cId="2775339404" sldId="2147483751"/>
              <ac:graphicFrameMk id="3" creationId="{431E9737-F792-473F-8334-992F57F3BEC2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23" v="1744"/>
          <pc:sldLayoutMkLst>
            <pc:docMk/>
            <pc:sldMasterMk cId="2457651207" sldId="2147483733"/>
            <pc:sldLayoutMk cId="710824741" sldId="2147483752"/>
          </pc:sldLayoutMkLst>
          <pc:spChg chg="mod">
            <ac:chgData name="Vitor Rocha" userId="fc10c760-b8d6-4ef8-a964-fcd6221efb67" providerId="ADAL" clId="{0648B9C9-FC9E-499C-81CD-6BF88A412998}" dt="2026-09-16T16:09:49.347" v="1483" actId="947"/>
            <ac:spMkLst>
              <pc:docMk/>
              <pc:sldMasterMk cId="2457651207" sldId="2147483733"/>
              <pc:sldLayoutMk cId="710824741" sldId="2147483752"/>
              <ac:spMk id="4" creationId="{DB09CF38-1000-4403-8629-B20C394000A6}"/>
            </ac:spMkLst>
          </pc:spChg>
          <pc:spChg chg="mod">
            <ac:chgData name="Vitor Rocha" userId="fc10c760-b8d6-4ef8-a964-fcd6221efb67" providerId="ADAL" clId="{0648B9C9-FC9E-499C-81CD-6BF88A412998}" dt="2026-09-16T16:09:49.347" v="1485" actId="947"/>
            <ac:spMkLst>
              <pc:docMk/>
              <pc:sldMasterMk cId="2457651207" sldId="2147483733"/>
              <pc:sldLayoutMk cId="710824741" sldId="2147483752"/>
              <ac:spMk id="7" creationId="{63EDC59E-E54E-4E50-894C-65DAC027F017}"/>
            </ac:spMkLst>
          </pc:spChg>
          <pc:spChg chg="mod">
            <ac:chgData name="Vitor Rocha" userId="fc10c760-b8d6-4ef8-a964-fcd6221efb67" providerId="ADAL" clId="{0648B9C9-FC9E-499C-81CD-6BF88A412998}" dt="2026-09-16T16:09:49.347" v="1487" actId="947"/>
            <ac:spMkLst>
              <pc:docMk/>
              <pc:sldMasterMk cId="2457651207" sldId="2147483733"/>
              <pc:sldLayoutMk cId="710824741" sldId="2147483752"/>
              <ac:spMk id="8" creationId="{5B58A8E3-1F33-4E3B-B0A1-4B4A676B003F}"/>
            </ac:spMkLst>
          </pc:spChg>
          <pc:graphicFrameChg chg="mod">
            <ac:chgData name="Vitor Rocha" userId="fc10c760-b8d6-4ef8-a964-fcd6221efb67" providerId="ADAL" clId="{0648B9C9-FC9E-499C-81CD-6BF88A412998}" dt="2026-09-16T16:09:50.223" v="1744"/>
            <ac:graphicFrameMkLst>
              <pc:docMk/>
              <pc:sldMasterMk cId="2457651207" sldId="2147483733"/>
              <pc:sldLayoutMk cId="710824741" sldId="2147483752"/>
              <ac:graphicFrameMk id="3" creationId="{3697413B-8FD1-4A3B-AC0D-2E28ED8BEEF3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39" v="1746"/>
          <pc:sldLayoutMkLst>
            <pc:docMk/>
            <pc:sldMasterMk cId="2457651207" sldId="2147483733"/>
            <pc:sldLayoutMk cId="2676912599" sldId="2147483753"/>
          </pc:sldLayoutMkLst>
          <pc:spChg chg="mod">
            <ac:chgData name="Vitor Rocha" userId="fc10c760-b8d6-4ef8-a964-fcd6221efb67" providerId="ADAL" clId="{0648B9C9-FC9E-499C-81CD-6BF88A412998}" dt="2026-09-16T16:09:49.363" v="1489" actId="947"/>
            <ac:spMkLst>
              <pc:docMk/>
              <pc:sldMasterMk cId="2457651207" sldId="2147483733"/>
              <pc:sldLayoutMk cId="2676912599" sldId="2147483753"/>
              <ac:spMk id="4" creationId="{0240BECC-87EB-4A4E-9D1D-CA08A82C9DE3}"/>
            </ac:spMkLst>
          </pc:spChg>
          <pc:spChg chg="mod">
            <ac:chgData name="Vitor Rocha" userId="fc10c760-b8d6-4ef8-a964-fcd6221efb67" providerId="ADAL" clId="{0648B9C9-FC9E-499C-81CD-6BF88A412998}" dt="2026-09-16T16:09:49.363" v="1491" actId="947"/>
            <ac:spMkLst>
              <pc:docMk/>
              <pc:sldMasterMk cId="2457651207" sldId="2147483733"/>
              <pc:sldLayoutMk cId="2676912599" sldId="2147483753"/>
              <ac:spMk id="7" creationId="{44483744-9DDC-4D4D-AF30-07034C9C6899}"/>
            </ac:spMkLst>
          </pc:spChg>
          <pc:spChg chg="mod">
            <ac:chgData name="Vitor Rocha" userId="fc10c760-b8d6-4ef8-a964-fcd6221efb67" providerId="ADAL" clId="{0648B9C9-FC9E-499C-81CD-6BF88A412998}" dt="2026-09-16T16:09:49.363" v="1493" actId="947"/>
            <ac:spMkLst>
              <pc:docMk/>
              <pc:sldMasterMk cId="2457651207" sldId="2147483733"/>
              <pc:sldLayoutMk cId="2676912599" sldId="2147483753"/>
              <ac:spMk id="8" creationId="{B2A7AA7D-B443-4D52-A5E9-16F1A350FC21}"/>
            </ac:spMkLst>
          </pc:spChg>
          <pc:graphicFrameChg chg="mod">
            <ac:chgData name="Vitor Rocha" userId="fc10c760-b8d6-4ef8-a964-fcd6221efb67" providerId="ADAL" clId="{0648B9C9-FC9E-499C-81CD-6BF88A412998}" dt="2026-09-16T16:09:50.239" v="1746"/>
            <ac:graphicFrameMkLst>
              <pc:docMk/>
              <pc:sldMasterMk cId="2457651207" sldId="2147483733"/>
              <pc:sldLayoutMk cId="2676912599" sldId="2147483753"/>
              <ac:graphicFrameMk id="3" creationId="{22E4627C-8518-4DD9-A81C-0961FB43E8CB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39" v="1748"/>
          <pc:sldLayoutMkLst>
            <pc:docMk/>
            <pc:sldMasterMk cId="2457651207" sldId="2147483733"/>
            <pc:sldLayoutMk cId="2571696018" sldId="2147483754"/>
          </pc:sldLayoutMkLst>
          <pc:spChg chg="mod">
            <ac:chgData name="Vitor Rocha" userId="fc10c760-b8d6-4ef8-a964-fcd6221efb67" providerId="ADAL" clId="{0648B9C9-FC9E-499C-81CD-6BF88A412998}" dt="2026-09-16T16:09:49.363" v="1495" actId="947"/>
            <ac:spMkLst>
              <pc:docMk/>
              <pc:sldMasterMk cId="2457651207" sldId="2147483733"/>
              <pc:sldLayoutMk cId="2571696018" sldId="2147483754"/>
              <ac:spMk id="4" creationId="{3A075547-421D-4D18-AE36-0AEE9A1DDE44}"/>
            </ac:spMkLst>
          </pc:spChg>
          <pc:spChg chg="mod">
            <ac:chgData name="Vitor Rocha" userId="fc10c760-b8d6-4ef8-a964-fcd6221efb67" providerId="ADAL" clId="{0648B9C9-FC9E-499C-81CD-6BF88A412998}" dt="2026-09-16T16:09:49.363" v="1497" actId="947"/>
            <ac:spMkLst>
              <pc:docMk/>
              <pc:sldMasterMk cId="2457651207" sldId="2147483733"/>
              <pc:sldLayoutMk cId="2571696018" sldId="2147483754"/>
              <ac:spMk id="7" creationId="{37FA75D5-91EC-4660-8DD7-2D18281CE5E4}"/>
            </ac:spMkLst>
          </pc:spChg>
          <pc:spChg chg="mod">
            <ac:chgData name="Vitor Rocha" userId="fc10c760-b8d6-4ef8-a964-fcd6221efb67" providerId="ADAL" clId="{0648B9C9-FC9E-499C-81CD-6BF88A412998}" dt="2026-09-16T16:09:49.379" v="1499" actId="947"/>
            <ac:spMkLst>
              <pc:docMk/>
              <pc:sldMasterMk cId="2457651207" sldId="2147483733"/>
              <pc:sldLayoutMk cId="2571696018" sldId="2147483754"/>
              <ac:spMk id="8" creationId="{1120CAA6-3599-434A-9D54-091540F70A3A}"/>
            </ac:spMkLst>
          </pc:spChg>
          <pc:graphicFrameChg chg="mod">
            <ac:chgData name="Vitor Rocha" userId="fc10c760-b8d6-4ef8-a964-fcd6221efb67" providerId="ADAL" clId="{0648B9C9-FC9E-499C-81CD-6BF88A412998}" dt="2026-09-16T16:09:50.239" v="1748"/>
            <ac:graphicFrameMkLst>
              <pc:docMk/>
              <pc:sldMasterMk cId="2457651207" sldId="2147483733"/>
              <pc:sldLayoutMk cId="2571696018" sldId="2147483754"/>
              <ac:graphicFrameMk id="3" creationId="{7E646CAF-5688-4390-BD60-1551B0AEF4DD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39" v="1750"/>
          <pc:sldLayoutMkLst>
            <pc:docMk/>
            <pc:sldMasterMk cId="2457651207" sldId="2147483733"/>
            <pc:sldLayoutMk cId="987428308" sldId="2147483755"/>
          </pc:sldLayoutMkLst>
          <pc:spChg chg="mod">
            <ac:chgData name="Vitor Rocha" userId="fc10c760-b8d6-4ef8-a964-fcd6221efb67" providerId="ADAL" clId="{0648B9C9-FC9E-499C-81CD-6BF88A412998}" dt="2026-09-16T16:09:49.379" v="1501" actId="947"/>
            <ac:spMkLst>
              <pc:docMk/>
              <pc:sldMasterMk cId="2457651207" sldId="2147483733"/>
              <pc:sldLayoutMk cId="987428308" sldId="2147483755"/>
              <ac:spMk id="4" creationId="{D4F959D4-9BC4-4DB8-8E8E-834EEE31286B}"/>
            </ac:spMkLst>
          </pc:spChg>
          <pc:spChg chg="mod">
            <ac:chgData name="Vitor Rocha" userId="fc10c760-b8d6-4ef8-a964-fcd6221efb67" providerId="ADAL" clId="{0648B9C9-FC9E-499C-81CD-6BF88A412998}" dt="2026-09-16T16:09:49.379" v="1503" actId="947"/>
            <ac:spMkLst>
              <pc:docMk/>
              <pc:sldMasterMk cId="2457651207" sldId="2147483733"/>
              <pc:sldLayoutMk cId="987428308" sldId="2147483755"/>
              <ac:spMk id="7" creationId="{E352C897-8803-4E85-911E-F8D6932E3760}"/>
            </ac:spMkLst>
          </pc:spChg>
          <pc:spChg chg="mod">
            <ac:chgData name="Vitor Rocha" userId="fc10c760-b8d6-4ef8-a964-fcd6221efb67" providerId="ADAL" clId="{0648B9C9-FC9E-499C-81CD-6BF88A412998}" dt="2026-09-16T16:09:49.379" v="1505" actId="947"/>
            <ac:spMkLst>
              <pc:docMk/>
              <pc:sldMasterMk cId="2457651207" sldId="2147483733"/>
              <pc:sldLayoutMk cId="987428308" sldId="2147483755"/>
              <ac:spMk id="8" creationId="{9CB78BEC-1662-4BEA-951A-E8E8FA7F3136}"/>
            </ac:spMkLst>
          </pc:spChg>
          <pc:graphicFrameChg chg="mod">
            <ac:chgData name="Vitor Rocha" userId="fc10c760-b8d6-4ef8-a964-fcd6221efb67" providerId="ADAL" clId="{0648B9C9-FC9E-499C-81CD-6BF88A412998}" dt="2026-09-16T16:09:50.239" v="1750"/>
            <ac:graphicFrameMkLst>
              <pc:docMk/>
              <pc:sldMasterMk cId="2457651207" sldId="2147483733"/>
              <pc:sldLayoutMk cId="987428308" sldId="2147483755"/>
              <ac:graphicFrameMk id="3" creationId="{B8995ED9-1039-4D4B-8449-260A2AF5376F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23" v="1740"/>
          <pc:sldLayoutMkLst>
            <pc:docMk/>
            <pc:sldMasterMk cId="2457651207" sldId="2147483733"/>
            <pc:sldLayoutMk cId="2149800006" sldId="2147483756"/>
          </pc:sldLayoutMkLst>
          <pc:spChg chg="mod">
            <ac:chgData name="Vitor Rocha" userId="fc10c760-b8d6-4ef8-a964-fcd6221efb67" providerId="ADAL" clId="{0648B9C9-FC9E-499C-81CD-6BF88A412998}" dt="2026-09-16T16:09:49.331" v="1467" actId="947"/>
            <ac:spMkLst>
              <pc:docMk/>
              <pc:sldMasterMk cId="2457651207" sldId="2147483733"/>
              <pc:sldLayoutMk cId="2149800006" sldId="2147483756"/>
              <ac:spMk id="3" creationId="{7B933ACA-654C-46B1-907F-E8D7566E4F3E}"/>
            </ac:spMkLst>
          </pc:spChg>
          <pc:spChg chg="mod">
            <ac:chgData name="Vitor Rocha" userId="fc10c760-b8d6-4ef8-a964-fcd6221efb67" providerId="ADAL" clId="{0648B9C9-FC9E-499C-81CD-6BF88A412998}" dt="2026-09-16T16:09:49.331" v="1471" actId="947"/>
            <ac:spMkLst>
              <pc:docMk/>
              <pc:sldMasterMk cId="2457651207" sldId="2147483733"/>
              <pc:sldLayoutMk cId="2149800006" sldId="2147483756"/>
              <ac:spMk id="5" creationId="{EFCEB7CF-E0AE-4A57-9AD7-5A17E6B9B566}"/>
            </ac:spMkLst>
          </pc:spChg>
          <pc:spChg chg="mod">
            <ac:chgData name="Vitor Rocha" userId="fc10c760-b8d6-4ef8-a964-fcd6221efb67" providerId="ADAL" clId="{0648B9C9-FC9E-499C-81CD-6BF88A412998}" dt="2026-09-16T16:09:50.128" v="1621"/>
            <ac:spMkLst>
              <pc:docMk/>
              <pc:sldMasterMk cId="2457651207" sldId="2147483733"/>
              <pc:sldLayoutMk cId="2149800006" sldId="2147483756"/>
              <ac:spMk id="7" creationId="{462D4BA3-4F5F-40D9-B3A7-01BE0F27F03A}"/>
            </ac:spMkLst>
          </pc:spChg>
          <pc:spChg chg="mod">
            <ac:chgData name="Vitor Rocha" userId="fc10c760-b8d6-4ef8-a964-fcd6221efb67" providerId="ADAL" clId="{0648B9C9-FC9E-499C-81CD-6BF88A412998}" dt="2026-09-16T16:09:49.331" v="1475"/>
            <ac:spMkLst>
              <pc:docMk/>
              <pc:sldMasterMk cId="2457651207" sldId="2147483733"/>
              <pc:sldLayoutMk cId="2149800006" sldId="2147483756"/>
              <ac:spMk id="8" creationId="{41A55978-A386-44B9-B277-C7BDAFCBCE7A}"/>
            </ac:spMkLst>
          </pc:spChg>
          <pc:spChg chg="mod">
            <ac:chgData name="Vitor Rocha" userId="fc10c760-b8d6-4ef8-a964-fcd6221efb67" providerId="ADAL" clId="{0648B9C9-FC9E-499C-81CD-6BF88A412998}" dt="2026-09-16T16:09:49.331" v="1469" actId="947"/>
            <ac:spMkLst>
              <pc:docMk/>
              <pc:sldMasterMk cId="2457651207" sldId="2147483733"/>
              <pc:sldLayoutMk cId="2149800006" sldId="2147483756"/>
              <ac:spMk id="14" creationId="{C35AEF52-7791-4271-9F3B-3FB0AA7F2537}"/>
            </ac:spMkLst>
          </pc:spChg>
          <pc:graphicFrameChg chg="mod">
            <ac:chgData name="Vitor Rocha" userId="fc10c760-b8d6-4ef8-a964-fcd6221efb67" providerId="ADAL" clId="{0648B9C9-FC9E-499C-81CD-6BF88A412998}" dt="2026-09-16T16:09:50.223" v="1740"/>
            <ac:graphicFrameMkLst>
              <pc:docMk/>
              <pc:sldMasterMk cId="2457651207" sldId="2147483733"/>
              <pc:sldLayoutMk cId="2149800006" sldId="2147483756"/>
              <ac:graphicFrameMk id="2" creationId="{00000000-0000-0000-0000-000000000000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39" v="1752"/>
          <pc:sldLayoutMkLst>
            <pc:docMk/>
            <pc:sldMasterMk cId="2457651207" sldId="2147483733"/>
            <pc:sldLayoutMk cId="2246290290" sldId="2147483761"/>
          </pc:sldLayoutMkLst>
          <pc:spChg chg="mod">
            <ac:chgData name="Vitor Rocha" userId="fc10c760-b8d6-4ef8-a964-fcd6221efb67" providerId="ADAL" clId="{0648B9C9-FC9E-499C-81CD-6BF88A412998}" dt="2026-09-16T16:09:49.379" v="1507" actId="947"/>
            <ac:spMkLst>
              <pc:docMk/>
              <pc:sldMasterMk cId="2457651207" sldId="2147483733"/>
              <pc:sldLayoutMk cId="2246290290" sldId="2147483761"/>
              <ac:spMk id="2" creationId="{00000000-0000-0000-0000-000000000000}"/>
            </ac:spMkLst>
          </pc:spChg>
          <pc:spChg chg="mod">
            <ac:chgData name="Vitor Rocha" userId="fc10c760-b8d6-4ef8-a964-fcd6221efb67" providerId="ADAL" clId="{0648B9C9-FC9E-499C-81CD-6BF88A412998}" dt="2026-09-16T16:09:49.395" v="1509" actId="947"/>
            <ac:spMkLst>
              <pc:docMk/>
              <pc:sldMasterMk cId="2457651207" sldId="2147483733"/>
              <pc:sldLayoutMk cId="2246290290" sldId="2147483761"/>
              <ac:spMk id="3" creationId="{00000000-0000-0000-0000-000000000000}"/>
            </ac:spMkLst>
          </pc:spChg>
          <pc:spChg chg="mod">
            <ac:chgData name="Vitor Rocha" userId="fc10c760-b8d6-4ef8-a964-fcd6221efb67" providerId="ADAL" clId="{0648B9C9-FC9E-499C-81CD-6BF88A412998}" dt="2026-09-16T16:09:49.402" v="1511" actId="947"/>
            <ac:spMkLst>
              <pc:docMk/>
              <pc:sldMasterMk cId="2457651207" sldId="2147483733"/>
              <pc:sldLayoutMk cId="2246290290" sldId="2147483761"/>
              <ac:spMk id="4" creationId="{00000000-0000-0000-0000-000000000000}"/>
            </ac:spMkLst>
          </pc:spChg>
          <pc:spChg chg="mod">
            <ac:chgData name="Vitor Rocha" userId="fc10c760-b8d6-4ef8-a964-fcd6221efb67" providerId="ADAL" clId="{0648B9C9-FC9E-499C-81CD-6BF88A412998}" dt="2026-09-16T16:09:49.402" v="1513" actId="947"/>
            <ac:spMkLst>
              <pc:docMk/>
              <pc:sldMasterMk cId="2457651207" sldId="2147483733"/>
              <pc:sldLayoutMk cId="2246290290" sldId="2147483761"/>
              <ac:spMk id="5" creationId="{00000000-0000-0000-0000-000000000000}"/>
            </ac:spMkLst>
          </pc:spChg>
          <pc:spChg chg="mod">
            <ac:chgData name="Vitor Rocha" userId="fc10c760-b8d6-4ef8-a964-fcd6221efb67" providerId="ADAL" clId="{0648B9C9-FC9E-499C-81CD-6BF88A412998}" dt="2026-09-16T16:09:49.402" v="1515" actId="947"/>
            <ac:spMkLst>
              <pc:docMk/>
              <pc:sldMasterMk cId="2457651207" sldId="2147483733"/>
              <pc:sldLayoutMk cId="2246290290" sldId="2147483761"/>
              <ac:spMk id="6" creationId="{00000000-0000-0000-0000-000000000000}"/>
            </ac:spMkLst>
          </pc:spChg>
          <pc:graphicFrameChg chg="mod">
            <ac:chgData name="Vitor Rocha" userId="fc10c760-b8d6-4ef8-a964-fcd6221efb67" providerId="ADAL" clId="{0648B9C9-FC9E-499C-81CD-6BF88A412998}" dt="2026-09-16T16:09:50.239" v="1752"/>
            <ac:graphicFrameMkLst>
              <pc:docMk/>
              <pc:sldMasterMk cId="2457651207" sldId="2147483733"/>
              <pc:sldLayoutMk cId="2246290290" sldId="2147483761"/>
              <ac:graphicFrameMk id="7" creationId="{00000000-0000-0000-0000-000000000000}"/>
            </ac:graphicFrameMkLst>
          </pc:graphicFrameChg>
        </pc:sldLayoutChg>
      </pc:sldMasterChg>
      <pc:sldMasterChg chg="modSp mod modSldLayout">
        <pc:chgData name="Vitor Rocha" userId="fc10c760-b8d6-4ef8-a964-fcd6221efb67" providerId="ADAL" clId="{0648B9C9-FC9E-499C-81CD-6BF88A412998}" dt="2026-09-16T16:09:50.239" v="1762"/>
        <pc:sldMasterMkLst>
          <pc:docMk/>
          <pc:sldMasterMk cId="1978342417" sldId="2147483763"/>
        </pc:sldMasterMkLst>
        <pc:spChg chg="mod">
          <ac:chgData name="Vitor Rocha" userId="fc10c760-b8d6-4ef8-a964-fcd6221efb67" providerId="ADAL" clId="{0648B9C9-FC9E-499C-81CD-6BF88A412998}" dt="2026-09-16T16:09:49.411" v="1519" actId="947"/>
          <ac:spMkLst>
            <pc:docMk/>
            <pc:sldMasterMk cId="1978342417" sldId="2147483763"/>
            <ac:spMk id="2" creationId="{71ED9930-B596-45CD-843F-C023B376A541}"/>
          </ac:spMkLst>
        </pc:spChg>
        <pc:spChg chg="mod">
          <ac:chgData name="Vitor Rocha" userId="fc10c760-b8d6-4ef8-a964-fcd6221efb67" providerId="ADAL" clId="{0648B9C9-FC9E-499C-81CD-6BF88A412998}" dt="2026-09-16T16:09:49.402" v="1517" actId="947"/>
          <ac:spMkLst>
            <pc:docMk/>
            <pc:sldMasterMk cId="1978342417" sldId="2147483763"/>
            <ac:spMk id="8" creationId="{EEE9B0C2-2B9A-4B0D-B5CD-B9EFF03775E4}"/>
          </ac:spMkLst>
        </pc:spChg>
        <pc:graphicFrameChg chg="mod">
          <ac:chgData name="Vitor Rocha" userId="fc10c760-b8d6-4ef8-a964-fcd6221efb67" providerId="ADAL" clId="{0648B9C9-FC9E-499C-81CD-6BF88A412998}" dt="2026-09-16T16:09:50.239" v="1754"/>
          <ac:graphicFrameMkLst>
            <pc:docMk/>
            <pc:sldMasterMk cId="1978342417" sldId="2147483763"/>
            <ac:graphicFrameMk id="3" creationId="{00000000-0000-0000-0000-000000000000}"/>
          </ac:graphicFrameMkLst>
        </pc:graphicFrameChg>
        <pc:sldLayoutChg chg="modSp mod">
          <pc:chgData name="Vitor Rocha" userId="fc10c760-b8d6-4ef8-a964-fcd6221efb67" providerId="ADAL" clId="{0648B9C9-FC9E-499C-81CD-6BF88A412998}" dt="2026-09-16T16:09:50.239" v="1756"/>
          <pc:sldLayoutMkLst>
            <pc:docMk/>
            <pc:sldMasterMk cId="1978342417" sldId="2147483763"/>
            <pc:sldLayoutMk cId="2879032807" sldId="2147483764"/>
          </pc:sldLayoutMkLst>
          <pc:spChg chg="mod">
            <ac:chgData name="Vitor Rocha" userId="fc10c760-b8d6-4ef8-a964-fcd6221efb67" providerId="ADAL" clId="{0648B9C9-FC9E-499C-81CD-6BF88A412998}" dt="2026-09-16T16:09:49.411" v="1521" actId="947"/>
            <ac:spMkLst>
              <pc:docMk/>
              <pc:sldMasterMk cId="1978342417" sldId="2147483763"/>
              <pc:sldLayoutMk cId="2879032807" sldId="2147483764"/>
              <ac:spMk id="3" creationId="{49D7F7D8-121D-4521-9A08-F7C3CB97B79E}"/>
            </ac:spMkLst>
          </pc:spChg>
          <pc:spChg chg="mod">
            <ac:chgData name="Vitor Rocha" userId="fc10c760-b8d6-4ef8-a964-fcd6221efb67" providerId="ADAL" clId="{0648B9C9-FC9E-499C-81CD-6BF88A412998}" dt="2026-09-16T16:09:49.411" v="1529" actId="947"/>
            <ac:spMkLst>
              <pc:docMk/>
              <pc:sldMasterMk cId="1978342417" sldId="2147483763"/>
              <pc:sldLayoutMk cId="2879032807" sldId="2147483764"/>
              <ac:spMk id="5" creationId="{079B3554-157F-4B42-AF2E-A676ADBBE7B4}"/>
            </ac:spMkLst>
          </pc:spChg>
          <pc:spChg chg="mod">
            <ac:chgData name="Vitor Rocha" userId="fc10c760-b8d6-4ef8-a964-fcd6221efb67" providerId="ADAL" clId="{0648B9C9-FC9E-499C-81CD-6BF88A412998}" dt="2026-09-16T16:09:49.411" v="1525" actId="947"/>
            <ac:spMkLst>
              <pc:docMk/>
              <pc:sldMasterMk cId="1978342417" sldId="2147483763"/>
              <pc:sldLayoutMk cId="2879032807" sldId="2147483764"/>
              <ac:spMk id="6" creationId="{3B974E01-DFD1-46B4-8010-2D036312C57E}"/>
            </ac:spMkLst>
          </pc:spChg>
          <pc:spChg chg="mod">
            <ac:chgData name="Vitor Rocha" userId="fc10c760-b8d6-4ef8-a964-fcd6221efb67" providerId="ADAL" clId="{0648B9C9-FC9E-499C-81CD-6BF88A412998}" dt="2026-09-16T16:09:50.144" v="1626" actId="948"/>
            <ac:spMkLst>
              <pc:docMk/>
              <pc:sldMasterMk cId="1978342417" sldId="2147483763"/>
              <pc:sldLayoutMk cId="2879032807" sldId="2147483764"/>
              <ac:spMk id="7" creationId="{6A8BF856-BEBA-4E91-B613-E2D777E22B96}"/>
            </ac:spMkLst>
          </pc:spChg>
          <pc:spChg chg="mod">
            <ac:chgData name="Vitor Rocha" userId="fc10c760-b8d6-4ef8-a964-fcd6221efb67" providerId="ADAL" clId="{0648B9C9-FC9E-499C-81CD-6BF88A412998}" dt="2026-09-16T16:09:49.411" v="1531" actId="947"/>
            <ac:spMkLst>
              <pc:docMk/>
              <pc:sldMasterMk cId="1978342417" sldId="2147483763"/>
              <pc:sldLayoutMk cId="2879032807" sldId="2147483764"/>
              <ac:spMk id="14" creationId="{6FE25D94-13B1-40BF-A477-D1DF36F7EFC6}"/>
            </ac:spMkLst>
          </pc:spChg>
          <pc:spChg chg="mod">
            <ac:chgData name="Vitor Rocha" userId="fc10c760-b8d6-4ef8-a964-fcd6221efb67" providerId="ADAL" clId="{0648B9C9-FC9E-499C-81CD-6BF88A412998}" dt="2026-09-16T16:09:49.411" v="1523"/>
            <ac:spMkLst>
              <pc:docMk/>
              <pc:sldMasterMk cId="1978342417" sldId="2147483763"/>
              <pc:sldLayoutMk cId="2879032807" sldId="2147483764"/>
              <ac:spMk id="19" creationId="{00000000-0000-0000-0000-000000000000}"/>
            </ac:spMkLst>
          </pc:spChg>
          <pc:graphicFrameChg chg="mod">
            <ac:chgData name="Vitor Rocha" userId="fc10c760-b8d6-4ef8-a964-fcd6221efb67" providerId="ADAL" clId="{0648B9C9-FC9E-499C-81CD-6BF88A412998}" dt="2026-09-16T16:09:50.239" v="1756"/>
            <ac:graphicFrameMkLst>
              <pc:docMk/>
              <pc:sldMasterMk cId="1978342417" sldId="2147483763"/>
              <pc:sldLayoutMk cId="2879032807" sldId="2147483764"/>
              <ac:graphicFrameMk id="2" creationId="{00000000-0000-0000-0000-000000000000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39" v="1758"/>
          <pc:sldLayoutMkLst>
            <pc:docMk/>
            <pc:sldMasterMk cId="1978342417" sldId="2147483763"/>
            <pc:sldLayoutMk cId="4156904964" sldId="2147483765"/>
          </pc:sldLayoutMkLst>
          <pc:spChg chg="mod">
            <ac:chgData name="Vitor Rocha" userId="fc10c760-b8d6-4ef8-a964-fcd6221efb67" providerId="ADAL" clId="{0648B9C9-FC9E-499C-81CD-6BF88A412998}" dt="2026-09-16T16:09:49.427" v="1533" actId="947"/>
            <ac:spMkLst>
              <pc:docMk/>
              <pc:sldMasterMk cId="1978342417" sldId="2147483763"/>
              <pc:sldLayoutMk cId="4156904964" sldId="2147483765"/>
              <ac:spMk id="3" creationId="{7B933ACA-654C-46B1-907F-E8D7566E4F3E}"/>
            </ac:spMkLst>
          </pc:spChg>
          <pc:spChg chg="mod">
            <ac:chgData name="Vitor Rocha" userId="fc10c760-b8d6-4ef8-a964-fcd6221efb67" providerId="ADAL" clId="{0648B9C9-FC9E-499C-81CD-6BF88A412998}" dt="2026-09-16T16:09:49.427" v="1537" actId="947"/>
            <ac:spMkLst>
              <pc:docMk/>
              <pc:sldMasterMk cId="1978342417" sldId="2147483763"/>
              <pc:sldLayoutMk cId="4156904964" sldId="2147483765"/>
              <ac:spMk id="5" creationId="{EFCEB7CF-E0AE-4A57-9AD7-5A17E6B9B566}"/>
            </ac:spMkLst>
          </pc:spChg>
          <pc:spChg chg="mod">
            <ac:chgData name="Vitor Rocha" userId="fc10c760-b8d6-4ef8-a964-fcd6221efb67" providerId="ADAL" clId="{0648B9C9-FC9E-499C-81CD-6BF88A412998}" dt="2026-09-16T16:09:50.144" v="1629"/>
            <ac:spMkLst>
              <pc:docMk/>
              <pc:sldMasterMk cId="1978342417" sldId="2147483763"/>
              <pc:sldLayoutMk cId="4156904964" sldId="2147483765"/>
              <ac:spMk id="7" creationId="{462D4BA3-4F5F-40D9-B3A7-01BE0F27F03A}"/>
            </ac:spMkLst>
          </pc:spChg>
          <pc:spChg chg="mod">
            <ac:chgData name="Vitor Rocha" userId="fc10c760-b8d6-4ef8-a964-fcd6221efb67" providerId="ADAL" clId="{0648B9C9-FC9E-499C-81CD-6BF88A412998}" dt="2026-09-16T16:09:49.427" v="1541"/>
            <ac:spMkLst>
              <pc:docMk/>
              <pc:sldMasterMk cId="1978342417" sldId="2147483763"/>
              <pc:sldLayoutMk cId="4156904964" sldId="2147483765"/>
              <ac:spMk id="8" creationId="{41A55978-A386-44B9-B277-C7BDAFCBCE7A}"/>
            </ac:spMkLst>
          </pc:spChg>
          <pc:spChg chg="mod">
            <ac:chgData name="Vitor Rocha" userId="fc10c760-b8d6-4ef8-a964-fcd6221efb67" providerId="ADAL" clId="{0648B9C9-FC9E-499C-81CD-6BF88A412998}" dt="2026-09-16T16:09:49.427" v="1535" actId="947"/>
            <ac:spMkLst>
              <pc:docMk/>
              <pc:sldMasterMk cId="1978342417" sldId="2147483763"/>
              <pc:sldLayoutMk cId="4156904964" sldId="2147483765"/>
              <ac:spMk id="14" creationId="{C35AEF52-7791-4271-9F3B-3FB0AA7F2537}"/>
            </ac:spMkLst>
          </pc:spChg>
          <pc:graphicFrameChg chg="mod">
            <ac:chgData name="Vitor Rocha" userId="fc10c760-b8d6-4ef8-a964-fcd6221efb67" providerId="ADAL" clId="{0648B9C9-FC9E-499C-81CD-6BF88A412998}" dt="2026-09-16T16:09:50.239" v="1758"/>
            <ac:graphicFrameMkLst>
              <pc:docMk/>
              <pc:sldMasterMk cId="1978342417" sldId="2147483763"/>
              <pc:sldLayoutMk cId="4156904964" sldId="2147483765"/>
              <ac:graphicFrameMk id="2" creationId="{00000000-0000-0000-0000-000000000000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39" v="1762"/>
          <pc:sldLayoutMkLst>
            <pc:docMk/>
            <pc:sldMasterMk cId="1978342417" sldId="2147483763"/>
            <pc:sldLayoutMk cId="3335659142" sldId="2147483766"/>
          </pc:sldLayoutMkLst>
          <pc:spChg chg="mod">
            <ac:chgData name="Vitor Rocha" userId="fc10c760-b8d6-4ef8-a964-fcd6221efb67" providerId="ADAL" clId="{0648B9C9-FC9E-499C-81CD-6BF88A412998}" dt="2026-09-16T16:09:49.454" v="1551" actId="947"/>
            <ac:spMkLst>
              <pc:docMk/>
              <pc:sldMasterMk cId="1978342417" sldId="2147483763"/>
              <pc:sldLayoutMk cId="3335659142" sldId="2147483766"/>
              <ac:spMk id="4" creationId="{810F96FD-AE0F-4F9A-AB6C-61C256203AA1}"/>
            </ac:spMkLst>
          </pc:spChg>
          <pc:spChg chg="mod">
            <ac:chgData name="Vitor Rocha" userId="fc10c760-b8d6-4ef8-a964-fcd6221efb67" providerId="ADAL" clId="{0648B9C9-FC9E-499C-81CD-6BF88A412998}" dt="2026-09-16T16:09:49.456" v="1553" actId="947"/>
            <ac:spMkLst>
              <pc:docMk/>
              <pc:sldMasterMk cId="1978342417" sldId="2147483763"/>
              <pc:sldLayoutMk cId="3335659142" sldId="2147483766"/>
              <ac:spMk id="6" creationId="{E8A36B9A-E1B6-4B7F-AA67-51A4147274D4}"/>
            </ac:spMkLst>
          </pc:spChg>
          <pc:spChg chg="mod">
            <ac:chgData name="Vitor Rocha" userId="fc10c760-b8d6-4ef8-a964-fcd6221efb67" providerId="ADAL" clId="{0648B9C9-FC9E-499C-81CD-6BF88A412998}" dt="2026-09-16T16:09:49.458" v="1555" actId="947"/>
            <ac:spMkLst>
              <pc:docMk/>
              <pc:sldMasterMk cId="1978342417" sldId="2147483763"/>
              <pc:sldLayoutMk cId="3335659142" sldId="2147483766"/>
              <ac:spMk id="8" creationId="{3B1D795D-ED5D-4EBC-BA07-929A9EE7E6A9}"/>
            </ac:spMkLst>
          </pc:spChg>
          <pc:graphicFrameChg chg="mod">
            <ac:chgData name="Vitor Rocha" userId="fc10c760-b8d6-4ef8-a964-fcd6221efb67" providerId="ADAL" clId="{0648B9C9-FC9E-499C-81CD-6BF88A412998}" dt="2026-09-16T16:09:50.239" v="1762"/>
            <ac:graphicFrameMkLst>
              <pc:docMk/>
              <pc:sldMasterMk cId="1978342417" sldId="2147483763"/>
              <pc:sldLayoutMk cId="3335659142" sldId="2147483766"/>
              <ac:graphicFrameMk id="3" creationId="{431E9737-F792-473F-8334-992F57F3BEC2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07" v="1708"/>
          <pc:sldLayoutMkLst>
            <pc:docMk/>
            <pc:sldMasterMk cId="1978342417" sldId="2147483763"/>
            <pc:sldLayoutMk cId="2171848094" sldId="2147483767"/>
          </pc:sldLayoutMkLst>
          <pc:spChg chg="mod">
            <ac:chgData name="Vitor Rocha" userId="fc10c760-b8d6-4ef8-a964-fcd6221efb67" providerId="ADAL" clId="{0648B9C9-FC9E-499C-81CD-6BF88A412998}" dt="2026-09-16T16:09:49.167" v="1363" actId="947"/>
            <ac:spMkLst>
              <pc:docMk/>
              <pc:sldMasterMk cId="1978342417" sldId="2147483763"/>
              <pc:sldLayoutMk cId="2171848094" sldId="2147483767"/>
              <ac:spMk id="4" creationId="{DB09CF38-1000-4403-8629-B20C394000A6}"/>
            </ac:spMkLst>
          </pc:spChg>
          <pc:spChg chg="mod">
            <ac:chgData name="Vitor Rocha" userId="fc10c760-b8d6-4ef8-a964-fcd6221efb67" providerId="ADAL" clId="{0648B9C9-FC9E-499C-81CD-6BF88A412998}" dt="2026-09-16T16:09:49.172" v="1365" actId="947"/>
            <ac:spMkLst>
              <pc:docMk/>
              <pc:sldMasterMk cId="1978342417" sldId="2147483763"/>
              <pc:sldLayoutMk cId="2171848094" sldId="2147483767"/>
              <ac:spMk id="7" creationId="{63EDC59E-E54E-4E50-894C-65DAC027F017}"/>
            </ac:spMkLst>
          </pc:spChg>
          <pc:spChg chg="mod">
            <ac:chgData name="Vitor Rocha" userId="fc10c760-b8d6-4ef8-a964-fcd6221efb67" providerId="ADAL" clId="{0648B9C9-FC9E-499C-81CD-6BF88A412998}" dt="2026-09-16T16:09:49.174" v="1367" actId="947"/>
            <ac:spMkLst>
              <pc:docMk/>
              <pc:sldMasterMk cId="1978342417" sldId="2147483763"/>
              <pc:sldLayoutMk cId="2171848094" sldId="2147483767"/>
              <ac:spMk id="8" creationId="{5B58A8E3-1F33-4E3B-B0A1-4B4A676B003F}"/>
            </ac:spMkLst>
          </pc:spChg>
          <pc:graphicFrameChg chg="mod">
            <ac:chgData name="Vitor Rocha" userId="fc10c760-b8d6-4ef8-a964-fcd6221efb67" providerId="ADAL" clId="{0648B9C9-FC9E-499C-81CD-6BF88A412998}" dt="2026-09-16T16:09:50.207" v="1708"/>
            <ac:graphicFrameMkLst>
              <pc:docMk/>
              <pc:sldMasterMk cId="1978342417" sldId="2147483763"/>
              <pc:sldLayoutMk cId="2171848094" sldId="2147483767"/>
              <ac:graphicFrameMk id="3" creationId="{3697413B-8FD1-4A3B-AC0D-2E28ED8BEEF3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07" v="1710"/>
          <pc:sldLayoutMkLst>
            <pc:docMk/>
            <pc:sldMasterMk cId="1978342417" sldId="2147483763"/>
            <pc:sldLayoutMk cId="1156855126" sldId="2147483768"/>
          </pc:sldLayoutMkLst>
          <pc:spChg chg="mod">
            <ac:chgData name="Vitor Rocha" userId="fc10c760-b8d6-4ef8-a964-fcd6221efb67" providerId="ADAL" clId="{0648B9C9-FC9E-499C-81CD-6BF88A412998}" dt="2026-09-16T16:09:49.174" v="1369" actId="947"/>
            <ac:spMkLst>
              <pc:docMk/>
              <pc:sldMasterMk cId="1978342417" sldId="2147483763"/>
              <pc:sldLayoutMk cId="1156855126" sldId="2147483768"/>
              <ac:spMk id="4" creationId="{0240BECC-87EB-4A4E-9D1D-CA08A82C9DE3}"/>
            </ac:spMkLst>
          </pc:spChg>
          <pc:spChg chg="mod">
            <ac:chgData name="Vitor Rocha" userId="fc10c760-b8d6-4ef8-a964-fcd6221efb67" providerId="ADAL" clId="{0648B9C9-FC9E-499C-81CD-6BF88A412998}" dt="2026-09-16T16:09:49.174" v="1371" actId="947"/>
            <ac:spMkLst>
              <pc:docMk/>
              <pc:sldMasterMk cId="1978342417" sldId="2147483763"/>
              <pc:sldLayoutMk cId="1156855126" sldId="2147483768"/>
              <ac:spMk id="7" creationId="{44483744-9DDC-4D4D-AF30-07034C9C6899}"/>
            </ac:spMkLst>
          </pc:spChg>
          <pc:spChg chg="mod">
            <ac:chgData name="Vitor Rocha" userId="fc10c760-b8d6-4ef8-a964-fcd6221efb67" providerId="ADAL" clId="{0648B9C9-FC9E-499C-81CD-6BF88A412998}" dt="2026-09-16T16:09:49.174" v="1373" actId="947"/>
            <ac:spMkLst>
              <pc:docMk/>
              <pc:sldMasterMk cId="1978342417" sldId="2147483763"/>
              <pc:sldLayoutMk cId="1156855126" sldId="2147483768"/>
              <ac:spMk id="8" creationId="{B2A7AA7D-B443-4D52-A5E9-16F1A350FC21}"/>
            </ac:spMkLst>
          </pc:spChg>
          <pc:graphicFrameChg chg="mod">
            <ac:chgData name="Vitor Rocha" userId="fc10c760-b8d6-4ef8-a964-fcd6221efb67" providerId="ADAL" clId="{0648B9C9-FC9E-499C-81CD-6BF88A412998}" dt="2026-09-16T16:09:50.207" v="1710"/>
            <ac:graphicFrameMkLst>
              <pc:docMk/>
              <pc:sldMasterMk cId="1978342417" sldId="2147483763"/>
              <pc:sldLayoutMk cId="1156855126" sldId="2147483768"/>
              <ac:graphicFrameMk id="3" creationId="{22E4627C-8518-4DD9-A81C-0961FB43E8CB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07" v="1712"/>
          <pc:sldLayoutMkLst>
            <pc:docMk/>
            <pc:sldMasterMk cId="1978342417" sldId="2147483763"/>
            <pc:sldLayoutMk cId="1448436000" sldId="2147483769"/>
          </pc:sldLayoutMkLst>
          <pc:spChg chg="mod">
            <ac:chgData name="Vitor Rocha" userId="fc10c760-b8d6-4ef8-a964-fcd6221efb67" providerId="ADAL" clId="{0648B9C9-FC9E-499C-81CD-6BF88A412998}" dt="2026-09-16T16:09:49.188" v="1375" actId="947"/>
            <ac:spMkLst>
              <pc:docMk/>
              <pc:sldMasterMk cId="1978342417" sldId="2147483763"/>
              <pc:sldLayoutMk cId="1448436000" sldId="2147483769"/>
              <ac:spMk id="4" creationId="{3A075547-421D-4D18-AE36-0AEE9A1DDE44}"/>
            </ac:spMkLst>
          </pc:spChg>
          <pc:spChg chg="mod">
            <ac:chgData name="Vitor Rocha" userId="fc10c760-b8d6-4ef8-a964-fcd6221efb67" providerId="ADAL" clId="{0648B9C9-FC9E-499C-81CD-6BF88A412998}" dt="2026-09-16T16:09:49.188" v="1377" actId="947"/>
            <ac:spMkLst>
              <pc:docMk/>
              <pc:sldMasterMk cId="1978342417" sldId="2147483763"/>
              <pc:sldLayoutMk cId="1448436000" sldId="2147483769"/>
              <ac:spMk id="7" creationId="{37FA75D5-91EC-4660-8DD7-2D18281CE5E4}"/>
            </ac:spMkLst>
          </pc:spChg>
          <pc:spChg chg="mod">
            <ac:chgData name="Vitor Rocha" userId="fc10c760-b8d6-4ef8-a964-fcd6221efb67" providerId="ADAL" clId="{0648B9C9-FC9E-499C-81CD-6BF88A412998}" dt="2026-09-16T16:09:49.188" v="1379" actId="947"/>
            <ac:spMkLst>
              <pc:docMk/>
              <pc:sldMasterMk cId="1978342417" sldId="2147483763"/>
              <pc:sldLayoutMk cId="1448436000" sldId="2147483769"/>
              <ac:spMk id="8" creationId="{1120CAA6-3599-434A-9D54-091540F70A3A}"/>
            </ac:spMkLst>
          </pc:spChg>
          <pc:graphicFrameChg chg="mod">
            <ac:chgData name="Vitor Rocha" userId="fc10c760-b8d6-4ef8-a964-fcd6221efb67" providerId="ADAL" clId="{0648B9C9-FC9E-499C-81CD-6BF88A412998}" dt="2026-09-16T16:09:50.207" v="1712"/>
            <ac:graphicFrameMkLst>
              <pc:docMk/>
              <pc:sldMasterMk cId="1978342417" sldId="2147483763"/>
              <pc:sldLayoutMk cId="1448436000" sldId="2147483769"/>
              <ac:graphicFrameMk id="3" creationId="{7E646CAF-5688-4390-BD60-1551B0AEF4DD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07" v="1714"/>
          <pc:sldLayoutMkLst>
            <pc:docMk/>
            <pc:sldMasterMk cId="1978342417" sldId="2147483763"/>
            <pc:sldLayoutMk cId="861876282" sldId="2147483770"/>
          </pc:sldLayoutMkLst>
          <pc:spChg chg="mod">
            <ac:chgData name="Vitor Rocha" userId="fc10c760-b8d6-4ef8-a964-fcd6221efb67" providerId="ADAL" clId="{0648B9C9-FC9E-499C-81CD-6BF88A412998}" dt="2026-09-16T16:09:49.202" v="1381" actId="947"/>
            <ac:spMkLst>
              <pc:docMk/>
              <pc:sldMasterMk cId="1978342417" sldId="2147483763"/>
              <pc:sldLayoutMk cId="861876282" sldId="2147483770"/>
              <ac:spMk id="4" creationId="{D4F959D4-9BC4-4DB8-8E8E-834EEE31286B}"/>
            </ac:spMkLst>
          </pc:spChg>
          <pc:spChg chg="mod">
            <ac:chgData name="Vitor Rocha" userId="fc10c760-b8d6-4ef8-a964-fcd6221efb67" providerId="ADAL" clId="{0648B9C9-FC9E-499C-81CD-6BF88A412998}" dt="2026-09-16T16:09:49.204" v="1383" actId="947"/>
            <ac:spMkLst>
              <pc:docMk/>
              <pc:sldMasterMk cId="1978342417" sldId="2147483763"/>
              <pc:sldLayoutMk cId="861876282" sldId="2147483770"/>
              <ac:spMk id="7" creationId="{E352C897-8803-4E85-911E-F8D6932E3760}"/>
            </ac:spMkLst>
          </pc:spChg>
          <pc:spChg chg="mod">
            <ac:chgData name="Vitor Rocha" userId="fc10c760-b8d6-4ef8-a964-fcd6221efb67" providerId="ADAL" clId="{0648B9C9-FC9E-499C-81CD-6BF88A412998}" dt="2026-09-16T16:09:49.204" v="1385" actId="947"/>
            <ac:spMkLst>
              <pc:docMk/>
              <pc:sldMasterMk cId="1978342417" sldId="2147483763"/>
              <pc:sldLayoutMk cId="861876282" sldId="2147483770"/>
              <ac:spMk id="8" creationId="{9CB78BEC-1662-4BEA-951A-E8E8FA7F3136}"/>
            </ac:spMkLst>
          </pc:spChg>
          <pc:graphicFrameChg chg="mod">
            <ac:chgData name="Vitor Rocha" userId="fc10c760-b8d6-4ef8-a964-fcd6221efb67" providerId="ADAL" clId="{0648B9C9-FC9E-499C-81CD-6BF88A412998}" dt="2026-09-16T16:09:50.207" v="1714"/>
            <ac:graphicFrameMkLst>
              <pc:docMk/>
              <pc:sldMasterMk cId="1978342417" sldId="2147483763"/>
              <pc:sldLayoutMk cId="861876282" sldId="2147483770"/>
              <ac:graphicFrameMk id="3" creationId="{B8995ED9-1039-4D4B-8449-260A2AF5376F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07" v="1716"/>
          <pc:sldLayoutMkLst>
            <pc:docMk/>
            <pc:sldMasterMk cId="1978342417" sldId="2147483763"/>
            <pc:sldLayoutMk cId="2351883774" sldId="2147483771"/>
          </pc:sldLayoutMkLst>
          <pc:spChg chg="mod">
            <ac:chgData name="Vitor Rocha" userId="fc10c760-b8d6-4ef8-a964-fcd6221efb67" providerId="ADAL" clId="{0648B9C9-FC9E-499C-81CD-6BF88A412998}" dt="2026-09-16T16:09:49.204" v="1387" actId="947"/>
            <ac:spMkLst>
              <pc:docMk/>
              <pc:sldMasterMk cId="1978342417" sldId="2147483763"/>
              <pc:sldLayoutMk cId="2351883774" sldId="2147483771"/>
              <ac:spMk id="3" creationId="{7B933ACA-654C-46B1-907F-E8D7566E4F3E}"/>
            </ac:spMkLst>
          </pc:spChg>
          <pc:spChg chg="mod">
            <ac:chgData name="Vitor Rocha" userId="fc10c760-b8d6-4ef8-a964-fcd6221efb67" providerId="ADAL" clId="{0648B9C9-FC9E-499C-81CD-6BF88A412998}" dt="2026-09-16T16:09:50.096" v="1586"/>
            <ac:spMkLst>
              <pc:docMk/>
              <pc:sldMasterMk cId="1978342417" sldId="2147483763"/>
              <pc:sldLayoutMk cId="2351883774" sldId="2147483771"/>
              <ac:spMk id="8" creationId="{87D7E017-47E1-425E-A216-37E2E11290F0}"/>
            </ac:spMkLst>
          </pc:spChg>
          <pc:spChg chg="mod">
            <ac:chgData name="Vitor Rocha" userId="fc10c760-b8d6-4ef8-a964-fcd6221efb67" providerId="ADAL" clId="{0648B9C9-FC9E-499C-81CD-6BF88A412998}" dt="2026-09-16T16:09:49.204" v="1393"/>
            <ac:spMkLst>
              <pc:docMk/>
              <pc:sldMasterMk cId="1978342417" sldId="2147483763"/>
              <pc:sldLayoutMk cId="2351883774" sldId="2147483771"/>
              <ac:spMk id="10" creationId="{C6750944-B71D-44C3-BF1E-6D116B5C3FF1}"/>
            </ac:spMkLst>
          </pc:spChg>
          <pc:spChg chg="mod">
            <ac:chgData name="Vitor Rocha" userId="fc10c760-b8d6-4ef8-a964-fcd6221efb67" providerId="ADAL" clId="{0648B9C9-FC9E-499C-81CD-6BF88A412998}" dt="2026-09-16T16:09:49.204" v="1389" actId="947"/>
            <ac:spMkLst>
              <pc:docMk/>
              <pc:sldMasterMk cId="1978342417" sldId="2147483763"/>
              <pc:sldLayoutMk cId="2351883774" sldId="2147483771"/>
              <ac:spMk id="14" creationId="{C35AEF52-7791-4271-9F3B-3FB0AA7F2537}"/>
            </ac:spMkLst>
          </pc:spChg>
          <pc:graphicFrameChg chg="mod">
            <ac:chgData name="Vitor Rocha" userId="fc10c760-b8d6-4ef8-a964-fcd6221efb67" providerId="ADAL" clId="{0648B9C9-FC9E-499C-81CD-6BF88A412998}" dt="2026-09-16T16:09:50.207" v="1716"/>
            <ac:graphicFrameMkLst>
              <pc:docMk/>
              <pc:sldMasterMk cId="1978342417" sldId="2147483763"/>
              <pc:sldLayoutMk cId="2351883774" sldId="2147483771"/>
              <ac:graphicFrameMk id="2" creationId="{00000000-0000-0000-0000-000000000000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07" v="1718"/>
          <pc:sldLayoutMkLst>
            <pc:docMk/>
            <pc:sldMasterMk cId="1978342417" sldId="2147483763"/>
            <pc:sldLayoutMk cId="1992632099" sldId="2147483772"/>
          </pc:sldLayoutMkLst>
          <pc:spChg chg="mod">
            <ac:chgData name="Vitor Rocha" userId="fc10c760-b8d6-4ef8-a964-fcd6221efb67" providerId="ADAL" clId="{0648B9C9-FC9E-499C-81CD-6BF88A412998}" dt="2026-09-16T16:09:49.219" v="1395" actId="947"/>
            <ac:spMkLst>
              <pc:docMk/>
              <pc:sldMasterMk cId="1978342417" sldId="2147483763"/>
              <pc:sldLayoutMk cId="1992632099" sldId="2147483772"/>
              <ac:spMk id="7" creationId="{0361EA9A-ADEF-4124-B8AA-FDE2CC9E8B71}"/>
            </ac:spMkLst>
          </pc:spChg>
          <pc:spChg chg="mod">
            <ac:chgData name="Vitor Rocha" userId="fc10c760-b8d6-4ef8-a964-fcd6221efb67" providerId="ADAL" clId="{0648B9C9-FC9E-499C-81CD-6BF88A412998}" dt="2026-09-16T16:09:50.103" v="1589"/>
            <ac:spMkLst>
              <pc:docMk/>
              <pc:sldMasterMk cId="1978342417" sldId="2147483763"/>
              <pc:sldLayoutMk cId="1992632099" sldId="2147483772"/>
              <ac:spMk id="9" creationId="{41680572-BE67-4532-86C6-BBC7C65AEF42}"/>
            </ac:spMkLst>
          </pc:spChg>
          <pc:graphicFrameChg chg="mod">
            <ac:chgData name="Vitor Rocha" userId="fc10c760-b8d6-4ef8-a964-fcd6221efb67" providerId="ADAL" clId="{0648B9C9-FC9E-499C-81CD-6BF88A412998}" dt="2026-09-16T16:09:50.207" v="1718"/>
            <ac:graphicFrameMkLst>
              <pc:docMk/>
              <pc:sldMasterMk cId="1978342417" sldId="2147483763"/>
              <pc:sldLayoutMk cId="1992632099" sldId="2147483772"/>
              <ac:graphicFrameMk id="2" creationId="{00000000-0000-0000-0000-000000000000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07" v="1720"/>
          <pc:sldLayoutMkLst>
            <pc:docMk/>
            <pc:sldMasterMk cId="1978342417" sldId="2147483763"/>
            <pc:sldLayoutMk cId="4077438188" sldId="2147483773"/>
          </pc:sldLayoutMkLst>
          <pc:spChg chg="mod">
            <ac:chgData name="Vitor Rocha" userId="fc10c760-b8d6-4ef8-a964-fcd6221efb67" providerId="ADAL" clId="{0648B9C9-FC9E-499C-81CD-6BF88A412998}" dt="2026-09-16T16:09:49.219" v="1399" actId="947"/>
            <ac:spMkLst>
              <pc:docMk/>
              <pc:sldMasterMk cId="1978342417" sldId="2147483763"/>
              <pc:sldLayoutMk cId="4077438188" sldId="2147483773"/>
              <ac:spMk id="3" creationId="{7B933ACA-654C-46B1-907F-E8D7566E4F3E}"/>
            </ac:spMkLst>
          </pc:spChg>
          <pc:spChg chg="mod">
            <ac:chgData name="Vitor Rocha" userId="fc10c760-b8d6-4ef8-a964-fcd6221efb67" providerId="ADAL" clId="{0648B9C9-FC9E-499C-81CD-6BF88A412998}" dt="2026-09-16T16:09:50.103" v="1592"/>
            <ac:spMkLst>
              <pc:docMk/>
              <pc:sldMasterMk cId="1978342417" sldId="2147483763"/>
              <pc:sldLayoutMk cId="4077438188" sldId="2147483773"/>
              <ac:spMk id="13" creationId="{E787B63E-F10F-440F-AB9D-E6CA6985F88A}"/>
            </ac:spMkLst>
          </pc:spChg>
          <pc:spChg chg="mod">
            <ac:chgData name="Vitor Rocha" userId="fc10c760-b8d6-4ef8-a964-fcd6221efb67" providerId="ADAL" clId="{0648B9C9-FC9E-499C-81CD-6BF88A412998}" dt="2026-09-16T16:09:49.219" v="1401" actId="947"/>
            <ac:spMkLst>
              <pc:docMk/>
              <pc:sldMasterMk cId="1978342417" sldId="2147483763"/>
              <pc:sldLayoutMk cId="4077438188" sldId="2147483773"/>
              <ac:spMk id="14" creationId="{C35AEF52-7791-4271-9F3B-3FB0AA7F2537}"/>
            </ac:spMkLst>
          </pc:spChg>
          <pc:graphicFrameChg chg="mod">
            <ac:chgData name="Vitor Rocha" userId="fc10c760-b8d6-4ef8-a964-fcd6221efb67" providerId="ADAL" clId="{0648B9C9-FC9E-499C-81CD-6BF88A412998}" dt="2026-09-16T16:09:50.207" v="1720"/>
            <ac:graphicFrameMkLst>
              <pc:docMk/>
              <pc:sldMasterMk cId="1978342417" sldId="2147483763"/>
              <pc:sldLayoutMk cId="4077438188" sldId="2147483773"/>
              <ac:graphicFrameMk id="2" creationId="{00000000-0000-0000-0000-000000000000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07" v="1722"/>
          <pc:sldLayoutMkLst>
            <pc:docMk/>
            <pc:sldMasterMk cId="1978342417" sldId="2147483763"/>
            <pc:sldLayoutMk cId="2190358816" sldId="2147483774"/>
          </pc:sldLayoutMkLst>
          <pc:spChg chg="mod">
            <ac:chgData name="Vitor Rocha" userId="fc10c760-b8d6-4ef8-a964-fcd6221efb67" providerId="ADAL" clId="{0648B9C9-FC9E-499C-81CD-6BF88A412998}" dt="2026-09-16T16:09:49.237" v="1405" actId="947"/>
            <ac:spMkLst>
              <pc:docMk/>
              <pc:sldMasterMk cId="1978342417" sldId="2147483763"/>
              <pc:sldLayoutMk cId="2190358816" sldId="2147483774"/>
              <ac:spMk id="3" creationId="{7B933ACA-654C-46B1-907F-E8D7566E4F3E}"/>
            </ac:spMkLst>
          </pc:spChg>
          <pc:spChg chg="mod">
            <ac:chgData name="Vitor Rocha" userId="fc10c760-b8d6-4ef8-a964-fcd6221efb67" providerId="ADAL" clId="{0648B9C9-FC9E-499C-81CD-6BF88A412998}" dt="2026-09-16T16:09:50.103" v="1595"/>
            <ac:spMkLst>
              <pc:docMk/>
              <pc:sldMasterMk cId="1978342417" sldId="2147483763"/>
              <pc:sldLayoutMk cId="2190358816" sldId="2147483774"/>
              <ac:spMk id="13" creationId="{E787B63E-F10F-440F-AB9D-E6CA6985F88A}"/>
            </ac:spMkLst>
          </pc:spChg>
          <pc:spChg chg="mod">
            <ac:chgData name="Vitor Rocha" userId="fc10c760-b8d6-4ef8-a964-fcd6221efb67" providerId="ADAL" clId="{0648B9C9-FC9E-499C-81CD-6BF88A412998}" dt="2026-09-16T16:09:49.241" v="1407" actId="947"/>
            <ac:spMkLst>
              <pc:docMk/>
              <pc:sldMasterMk cId="1978342417" sldId="2147483763"/>
              <pc:sldLayoutMk cId="2190358816" sldId="2147483774"/>
              <ac:spMk id="14" creationId="{C35AEF52-7791-4271-9F3B-3FB0AA7F2537}"/>
            </ac:spMkLst>
          </pc:spChg>
          <pc:graphicFrameChg chg="mod">
            <ac:chgData name="Vitor Rocha" userId="fc10c760-b8d6-4ef8-a964-fcd6221efb67" providerId="ADAL" clId="{0648B9C9-FC9E-499C-81CD-6BF88A412998}" dt="2026-09-16T16:09:50.207" v="1722"/>
            <ac:graphicFrameMkLst>
              <pc:docMk/>
              <pc:sldMasterMk cId="1978342417" sldId="2147483763"/>
              <pc:sldLayoutMk cId="2190358816" sldId="2147483774"/>
              <ac:graphicFrameMk id="2" creationId="{00000000-0000-0000-0000-000000000000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23" v="1724"/>
          <pc:sldLayoutMkLst>
            <pc:docMk/>
            <pc:sldMasterMk cId="1978342417" sldId="2147483763"/>
            <pc:sldLayoutMk cId="3307097729" sldId="2147483775"/>
          </pc:sldLayoutMkLst>
          <pc:spChg chg="mod">
            <ac:chgData name="Vitor Rocha" userId="fc10c760-b8d6-4ef8-a964-fcd6221efb67" providerId="ADAL" clId="{0648B9C9-FC9E-499C-81CD-6BF88A412998}" dt="2026-09-16T16:09:49.243" v="1411" actId="947"/>
            <ac:spMkLst>
              <pc:docMk/>
              <pc:sldMasterMk cId="1978342417" sldId="2147483763"/>
              <pc:sldLayoutMk cId="3307097729" sldId="2147483775"/>
              <ac:spMk id="3" creationId="{7B933ACA-654C-46B1-907F-E8D7566E4F3E}"/>
            </ac:spMkLst>
          </pc:spChg>
          <pc:spChg chg="mod">
            <ac:chgData name="Vitor Rocha" userId="fc10c760-b8d6-4ef8-a964-fcd6221efb67" providerId="ADAL" clId="{0648B9C9-FC9E-499C-81CD-6BF88A412998}" dt="2026-09-16T16:09:50.103" v="1598"/>
            <ac:spMkLst>
              <pc:docMk/>
              <pc:sldMasterMk cId="1978342417" sldId="2147483763"/>
              <pc:sldLayoutMk cId="3307097729" sldId="2147483775"/>
              <ac:spMk id="13" creationId="{E787B63E-F10F-440F-AB9D-E6CA6985F88A}"/>
            </ac:spMkLst>
          </pc:spChg>
          <pc:spChg chg="mod">
            <ac:chgData name="Vitor Rocha" userId="fc10c760-b8d6-4ef8-a964-fcd6221efb67" providerId="ADAL" clId="{0648B9C9-FC9E-499C-81CD-6BF88A412998}" dt="2026-09-16T16:09:49.243" v="1413" actId="947"/>
            <ac:spMkLst>
              <pc:docMk/>
              <pc:sldMasterMk cId="1978342417" sldId="2147483763"/>
              <pc:sldLayoutMk cId="3307097729" sldId="2147483775"/>
              <ac:spMk id="14" creationId="{C35AEF52-7791-4271-9F3B-3FB0AA7F2537}"/>
            </ac:spMkLst>
          </pc:spChg>
          <pc:graphicFrameChg chg="mod">
            <ac:chgData name="Vitor Rocha" userId="fc10c760-b8d6-4ef8-a964-fcd6221efb67" providerId="ADAL" clId="{0648B9C9-FC9E-499C-81CD-6BF88A412998}" dt="2026-09-16T16:09:50.223" v="1724"/>
            <ac:graphicFrameMkLst>
              <pc:docMk/>
              <pc:sldMasterMk cId="1978342417" sldId="2147483763"/>
              <pc:sldLayoutMk cId="3307097729" sldId="2147483775"/>
              <ac:graphicFrameMk id="2" creationId="{00000000-0000-0000-0000-000000000000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23" v="1728"/>
          <pc:sldLayoutMkLst>
            <pc:docMk/>
            <pc:sldMasterMk cId="1978342417" sldId="2147483763"/>
            <pc:sldLayoutMk cId="3872115478" sldId="2147483776"/>
          </pc:sldLayoutMkLst>
          <pc:spChg chg="mod">
            <ac:chgData name="Vitor Rocha" userId="fc10c760-b8d6-4ef8-a964-fcd6221efb67" providerId="ADAL" clId="{0648B9C9-FC9E-499C-81CD-6BF88A412998}" dt="2026-09-16T16:09:49.267" v="1425" actId="947"/>
            <ac:spMkLst>
              <pc:docMk/>
              <pc:sldMasterMk cId="1978342417" sldId="2147483763"/>
              <pc:sldLayoutMk cId="3872115478" sldId="2147483776"/>
              <ac:spMk id="3" creationId="{7B933ACA-654C-46B1-907F-E8D7566E4F3E}"/>
            </ac:spMkLst>
          </pc:spChg>
          <pc:spChg chg="mod">
            <ac:chgData name="Vitor Rocha" userId="fc10c760-b8d6-4ef8-a964-fcd6221efb67" providerId="ADAL" clId="{0648B9C9-FC9E-499C-81CD-6BF88A412998}" dt="2026-09-16T16:09:50.113" v="1604"/>
            <ac:spMkLst>
              <pc:docMk/>
              <pc:sldMasterMk cId="1978342417" sldId="2147483763"/>
              <pc:sldLayoutMk cId="3872115478" sldId="2147483776"/>
              <ac:spMk id="13" creationId="{E787B63E-F10F-440F-AB9D-E6CA6985F88A}"/>
            </ac:spMkLst>
          </pc:spChg>
          <pc:spChg chg="mod">
            <ac:chgData name="Vitor Rocha" userId="fc10c760-b8d6-4ef8-a964-fcd6221efb67" providerId="ADAL" clId="{0648B9C9-FC9E-499C-81CD-6BF88A412998}" dt="2026-09-16T16:09:49.267" v="1427" actId="947"/>
            <ac:spMkLst>
              <pc:docMk/>
              <pc:sldMasterMk cId="1978342417" sldId="2147483763"/>
              <pc:sldLayoutMk cId="3872115478" sldId="2147483776"/>
              <ac:spMk id="14" creationId="{C35AEF52-7791-4271-9F3B-3FB0AA7F2537}"/>
            </ac:spMkLst>
          </pc:spChg>
          <pc:graphicFrameChg chg="mod">
            <ac:chgData name="Vitor Rocha" userId="fc10c760-b8d6-4ef8-a964-fcd6221efb67" providerId="ADAL" clId="{0648B9C9-FC9E-499C-81CD-6BF88A412998}" dt="2026-09-16T16:09:50.223" v="1728"/>
            <ac:graphicFrameMkLst>
              <pc:docMk/>
              <pc:sldMasterMk cId="1978342417" sldId="2147483763"/>
              <pc:sldLayoutMk cId="3872115478" sldId="2147483776"/>
              <ac:graphicFrameMk id="2" creationId="{00000000-0000-0000-0000-000000000000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23" v="1732"/>
          <pc:sldLayoutMkLst>
            <pc:docMk/>
            <pc:sldMasterMk cId="1978342417" sldId="2147483763"/>
            <pc:sldLayoutMk cId="694136264" sldId="2147483777"/>
          </pc:sldLayoutMkLst>
          <pc:spChg chg="mod">
            <ac:chgData name="Vitor Rocha" userId="fc10c760-b8d6-4ef8-a964-fcd6221efb67" providerId="ADAL" clId="{0648B9C9-FC9E-499C-81CD-6BF88A412998}" dt="2026-09-16T16:09:49.283" v="1435" actId="947"/>
            <ac:spMkLst>
              <pc:docMk/>
              <pc:sldMasterMk cId="1978342417" sldId="2147483763"/>
              <pc:sldLayoutMk cId="694136264" sldId="2147483777"/>
              <ac:spMk id="3" creationId="{7B933ACA-654C-46B1-907F-E8D7566E4F3E}"/>
            </ac:spMkLst>
          </pc:spChg>
          <pc:spChg chg="mod">
            <ac:chgData name="Vitor Rocha" userId="fc10c760-b8d6-4ef8-a964-fcd6221efb67" providerId="ADAL" clId="{0648B9C9-FC9E-499C-81CD-6BF88A412998}" dt="2026-09-16T16:09:50.113" v="1607"/>
            <ac:spMkLst>
              <pc:docMk/>
              <pc:sldMasterMk cId="1978342417" sldId="2147483763"/>
              <pc:sldLayoutMk cId="694136264" sldId="2147483777"/>
              <ac:spMk id="13" creationId="{E787B63E-F10F-440F-AB9D-E6CA6985F88A}"/>
            </ac:spMkLst>
          </pc:spChg>
          <pc:spChg chg="mod">
            <ac:chgData name="Vitor Rocha" userId="fc10c760-b8d6-4ef8-a964-fcd6221efb67" providerId="ADAL" clId="{0648B9C9-FC9E-499C-81CD-6BF88A412998}" dt="2026-09-16T16:09:49.283" v="1437" actId="947"/>
            <ac:spMkLst>
              <pc:docMk/>
              <pc:sldMasterMk cId="1978342417" sldId="2147483763"/>
              <pc:sldLayoutMk cId="694136264" sldId="2147483777"/>
              <ac:spMk id="14" creationId="{C35AEF52-7791-4271-9F3B-3FB0AA7F2537}"/>
            </ac:spMkLst>
          </pc:spChg>
          <pc:graphicFrameChg chg="mod">
            <ac:chgData name="Vitor Rocha" userId="fc10c760-b8d6-4ef8-a964-fcd6221efb67" providerId="ADAL" clId="{0648B9C9-FC9E-499C-81CD-6BF88A412998}" dt="2026-09-16T16:09:50.223" v="1732"/>
            <ac:graphicFrameMkLst>
              <pc:docMk/>
              <pc:sldMasterMk cId="1978342417" sldId="2147483763"/>
              <pc:sldLayoutMk cId="694136264" sldId="2147483777"/>
              <ac:graphicFrameMk id="2" creationId="{00000000-0000-0000-0000-000000000000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23" v="1736"/>
          <pc:sldLayoutMkLst>
            <pc:docMk/>
            <pc:sldMasterMk cId="1978342417" sldId="2147483763"/>
            <pc:sldLayoutMk cId="1068985354" sldId="2147483778"/>
          </pc:sldLayoutMkLst>
          <pc:spChg chg="mod">
            <ac:chgData name="Vitor Rocha" userId="fc10c760-b8d6-4ef8-a964-fcd6221efb67" providerId="ADAL" clId="{0648B9C9-FC9E-499C-81CD-6BF88A412998}" dt="2026-09-16T16:09:49.307" v="1449" actId="947"/>
            <ac:spMkLst>
              <pc:docMk/>
              <pc:sldMasterMk cId="1978342417" sldId="2147483763"/>
              <pc:sldLayoutMk cId="1068985354" sldId="2147483778"/>
              <ac:spMk id="3" creationId="{7B933ACA-654C-46B1-907F-E8D7566E4F3E}"/>
            </ac:spMkLst>
          </pc:spChg>
          <pc:spChg chg="mod">
            <ac:chgData name="Vitor Rocha" userId="fc10c760-b8d6-4ef8-a964-fcd6221efb67" providerId="ADAL" clId="{0648B9C9-FC9E-499C-81CD-6BF88A412998}" dt="2026-09-16T16:09:50.113" v="1613"/>
            <ac:spMkLst>
              <pc:docMk/>
              <pc:sldMasterMk cId="1978342417" sldId="2147483763"/>
              <pc:sldLayoutMk cId="1068985354" sldId="2147483778"/>
              <ac:spMk id="13" creationId="{E787B63E-F10F-440F-AB9D-E6CA6985F88A}"/>
            </ac:spMkLst>
          </pc:spChg>
          <pc:spChg chg="mod">
            <ac:chgData name="Vitor Rocha" userId="fc10c760-b8d6-4ef8-a964-fcd6221efb67" providerId="ADAL" clId="{0648B9C9-FC9E-499C-81CD-6BF88A412998}" dt="2026-09-16T16:09:49.315" v="1451" actId="947"/>
            <ac:spMkLst>
              <pc:docMk/>
              <pc:sldMasterMk cId="1978342417" sldId="2147483763"/>
              <pc:sldLayoutMk cId="1068985354" sldId="2147483778"/>
              <ac:spMk id="14" creationId="{C35AEF52-7791-4271-9F3B-3FB0AA7F2537}"/>
            </ac:spMkLst>
          </pc:spChg>
          <pc:graphicFrameChg chg="mod">
            <ac:chgData name="Vitor Rocha" userId="fc10c760-b8d6-4ef8-a964-fcd6221efb67" providerId="ADAL" clId="{0648B9C9-FC9E-499C-81CD-6BF88A412998}" dt="2026-09-16T16:09:50.223" v="1736"/>
            <ac:graphicFrameMkLst>
              <pc:docMk/>
              <pc:sldMasterMk cId="1978342417" sldId="2147483763"/>
              <pc:sldLayoutMk cId="1068985354" sldId="2147483778"/>
              <ac:graphicFrameMk id="2" creationId="{00000000-0000-0000-0000-000000000000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39" v="1760"/>
          <pc:sldLayoutMkLst>
            <pc:docMk/>
            <pc:sldMasterMk cId="1978342417" sldId="2147483763"/>
            <pc:sldLayoutMk cId="2058169038" sldId="2147483779"/>
          </pc:sldLayoutMkLst>
          <pc:spChg chg="mod">
            <ac:chgData name="Vitor Rocha" userId="fc10c760-b8d6-4ef8-a964-fcd6221efb67" providerId="ADAL" clId="{0648B9C9-FC9E-499C-81CD-6BF88A412998}" dt="2026-09-16T16:09:49.443" v="1543" actId="947"/>
            <ac:spMkLst>
              <pc:docMk/>
              <pc:sldMasterMk cId="1978342417" sldId="2147483763"/>
              <pc:sldLayoutMk cId="2058169038" sldId="2147483779"/>
              <ac:spMk id="3" creationId="{49D7F7D8-121D-4521-9A08-F7C3CB97B79E}"/>
            </ac:spMkLst>
          </pc:spChg>
          <pc:spChg chg="mod">
            <ac:chgData name="Vitor Rocha" userId="fc10c760-b8d6-4ef8-a964-fcd6221efb67" providerId="ADAL" clId="{0648B9C9-FC9E-499C-81CD-6BF88A412998}" dt="2026-09-16T16:09:49.443" v="1545" actId="947"/>
            <ac:spMkLst>
              <pc:docMk/>
              <pc:sldMasterMk cId="1978342417" sldId="2147483763"/>
              <pc:sldLayoutMk cId="2058169038" sldId="2147483779"/>
              <ac:spMk id="16" creationId="{00000000-0000-0000-0000-000000000000}"/>
            </ac:spMkLst>
          </pc:spChg>
          <pc:spChg chg="mod">
            <ac:chgData name="Vitor Rocha" userId="fc10c760-b8d6-4ef8-a964-fcd6221efb67" providerId="ADAL" clId="{0648B9C9-FC9E-499C-81CD-6BF88A412998}" dt="2026-09-16T16:09:50.144" v="1634" actId="948"/>
            <ac:spMkLst>
              <pc:docMk/>
              <pc:sldMasterMk cId="1978342417" sldId="2147483763"/>
              <pc:sldLayoutMk cId="2058169038" sldId="2147483779"/>
              <ac:spMk id="17" creationId="{00000000-0000-0000-0000-000000000000}"/>
            </ac:spMkLst>
          </pc:spChg>
          <pc:spChg chg="mod">
            <ac:chgData name="Vitor Rocha" userId="fc10c760-b8d6-4ef8-a964-fcd6221efb67" providerId="ADAL" clId="{0648B9C9-FC9E-499C-81CD-6BF88A412998}" dt="2026-09-16T16:09:49.443" v="1549"/>
            <ac:spMkLst>
              <pc:docMk/>
              <pc:sldMasterMk cId="1978342417" sldId="2147483763"/>
              <pc:sldLayoutMk cId="2058169038" sldId="2147483779"/>
              <ac:spMk id="19" creationId="{00000000-0000-0000-0000-000000000000}"/>
            </ac:spMkLst>
          </pc:spChg>
          <pc:graphicFrameChg chg="mod">
            <ac:chgData name="Vitor Rocha" userId="fc10c760-b8d6-4ef8-a964-fcd6221efb67" providerId="ADAL" clId="{0648B9C9-FC9E-499C-81CD-6BF88A412998}" dt="2026-09-16T16:09:50.239" v="1760"/>
            <ac:graphicFrameMkLst>
              <pc:docMk/>
              <pc:sldMasterMk cId="1978342417" sldId="2147483763"/>
              <pc:sldLayoutMk cId="2058169038" sldId="2147483779"/>
              <ac:graphicFrameMk id="2" creationId="{00000000-0000-0000-0000-000000000000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23" v="1734"/>
          <pc:sldLayoutMkLst>
            <pc:docMk/>
            <pc:sldMasterMk cId="1978342417" sldId="2147483763"/>
            <pc:sldLayoutMk cId="4041388695" sldId="2147483780"/>
          </pc:sldLayoutMkLst>
          <pc:spChg chg="mod">
            <ac:chgData name="Vitor Rocha" userId="fc10c760-b8d6-4ef8-a964-fcd6221efb67" providerId="ADAL" clId="{0648B9C9-FC9E-499C-81CD-6BF88A412998}" dt="2026-09-16T16:09:49.283" v="1441" actId="947"/>
            <ac:spMkLst>
              <pc:docMk/>
              <pc:sldMasterMk cId="1978342417" sldId="2147483763"/>
              <pc:sldLayoutMk cId="4041388695" sldId="2147483780"/>
              <ac:spMk id="3" creationId="{7B933ACA-654C-46B1-907F-E8D7566E4F3E}"/>
            </ac:spMkLst>
          </pc:spChg>
          <pc:spChg chg="mod">
            <ac:chgData name="Vitor Rocha" userId="fc10c760-b8d6-4ef8-a964-fcd6221efb67" providerId="ADAL" clId="{0648B9C9-FC9E-499C-81CD-6BF88A412998}" dt="2026-09-16T16:09:49.304" v="1445" actId="947"/>
            <ac:spMkLst>
              <pc:docMk/>
              <pc:sldMasterMk cId="1978342417" sldId="2147483763"/>
              <pc:sldLayoutMk cId="4041388695" sldId="2147483780"/>
              <ac:spMk id="7" creationId="{00000000-0000-0000-0000-000000000000}"/>
            </ac:spMkLst>
          </pc:spChg>
          <pc:spChg chg="mod">
            <ac:chgData name="Vitor Rocha" userId="fc10c760-b8d6-4ef8-a964-fcd6221efb67" providerId="ADAL" clId="{0648B9C9-FC9E-499C-81CD-6BF88A412998}" dt="2026-09-16T16:09:50.113" v="1610"/>
            <ac:spMkLst>
              <pc:docMk/>
              <pc:sldMasterMk cId="1978342417" sldId="2147483763"/>
              <pc:sldLayoutMk cId="4041388695" sldId="2147483780"/>
              <ac:spMk id="8" creationId="{E559B0CE-2BA1-4719-8E5A-6075E5D219F9}"/>
            </ac:spMkLst>
          </pc:spChg>
          <pc:spChg chg="mod">
            <ac:chgData name="Vitor Rocha" userId="fc10c760-b8d6-4ef8-a964-fcd6221efb67" providerId="ADAL" clId="{0648B9C9-FC9E-499C-81CD-6BF88A412998}" dt="2026-09-16T16:09:49.299" v="1443"/>
            <ac:spMkLst>
              <pc:docMk/>
              <pc:sldMasterMk cId="1978342417" sldId="2147483763"/>
              <pc:sldLayoutMk cId="4041388695" sldId="2147483780"/>
              <ac:spMk id="19" creationId="{00000000-0000-0000-0000-000000000000}"/>
            </ac:spMkLst>
          </pc:spChg>
          <pc:graphicFrameChg chg="mod">
            <ac:chgData name="Vitor Rocha" userId="fc10c760-b8d6-4ef8-a964-fcd6221efb67" providerId="ADAL" clId="{0648B9C9-FC9E-499C-81CD-6BF88A412998}" dt="2026-09-16T16:09:50.223" v="1734"/>
            <ac:graphicFrameMkLst>
              <pc:docMk/>
              <pc:sldMasterMk cId="1978342417" sldId="2147483763"/>
              <pc:sldLayoutMk cId="4041388695" sldId="2147483780"/>
              <ac:graphicFrameMk id="2" creationId="{00000000-0000-0000-0000-000000000000}"/>
            </ac:graphicFrameMkLst>
          </pc:graphicFrameChg>
        </pc:sldLayoutChg>
        <pc:sldLayoutChg chg="modSp mod">
          <pc:chgData name="Vitor Rocha" userId="fc10c760-b8d6-4ef8-a964-fcd6221efb67" providerId="ADAL" clId="{0648B9C9-FC9E-499C-81CD-6BF88A412998}" dt="2026-09-16T16:09:50.223" v="1726"/>
          <pc:sldLayoutMkLst>
            <pc:docMk/>
            <pc:sldMasterMk cId="1978342417" sldId="2147483763"/>
            <pc:sldLayoutMk cId="1764449672" sldId="2147483782"/>
          </pc:sldLayoutMkLst>
          <pc:spChg chg="mod">
            <ac:chgData name="Vitor Rocha" userId="fc10c760-b8d6-4ef8-a964-fcd6221efb67" providerId="ADAL" clId="{0648B9C9-FC9E-499C-81CD-6BF88A412998}" dt="2026-09-16T16:09:49.251" v="1417" actId="947"/>
            <ac:spMkLst>
              <pc:docMk/>
              <pc:sldMasterMk cId="1978342417" sldId="2147483763"/>
              <pc:sldLayoutMk cId="1764449672" sldId="2147483782"/>
              <ac:spMk id="3" creationId="{7B933ACA-654C-46B1-907F-E8D7566E4F3E}"/>
            </ac:spMkLst>
          </pc:spChg>
          <pc:spChg chg="mod">
            <ac:chgData name="Vitor Rocha" userId="fc10c760-b8d6-4ef8-a964-fcd6221efb67" providerId="ADAL" clId="{0648B9C9-FC9E-499C-81CD-6BF88A412998}" dt="2026-09-16T16:09:49.251" v="1421" actId="947"/>
            <ac:spMkLst>
              <pc:docMk/>
              <pc:sldMasterMk cId="1978342417" sldId="2147483763"/>
              <pc:sldLayoutMk cId="1764449672" sldId="2147483782"/>
              <ac:spMk id="5" creationId="{EFCEB7CF-E0AE-4A57-9AD7-5A17E6B9B566}"/>
            </ac:spMkLst>
          </pc:spChg>
          <pc:spChg chg="mod">
            <ac:chgData name="Vitor Rocha" userId="fc10c760-b8d6-4ef8-a964-fcd6221efb67" providerId="ADAL" clId="{0648B9C9-FC9E-499C-81CD-6BF88A412998}" dt="2026-09-16T16:09:50.113" v="1601"/>
            <ac:spMkLst>
              <pc:docMk/>
              <pc:sldMasterMk cId="1978342417" sldId="2147483763"/>
              <pc:sldLayoutMk cId="1764449672" sldId="2147483782"/>
              <ac:spMk id="8" creationId="{28AE81E4-1792-478F-8B29-BA20BEB9F247}"/>
            </ac:spMkLst>
          </pc:spChg>
          <pc:spChg chg="mod">
            <ac:chgData name="Vitor Rocha" userId="fc10c760-b8d6-4ef8-a964-fcd6221efb67" providerId="ADAL" clId="{0648B9C9-FC9E-499C-81CD-6BF88A412998}" dt="2026-09-16T16:09:49.251" v="1419" actId="947"/>
            <ac:spMkLst>
              <pc:docMk/>
              <pc:sldMasterMk cId="1978342417" sldId="2147483763"/>
              <pc:sldLayoutMk cId="1764449672" sldId="2147483782"/>
              <ac:spMk id="14" creationId="{C35AEF52-7791-4271-9F3B-3FB0AA7F2537}"/>
            </ac:spMkLst>
          </pc:spChg>
          <pc:graphicFrameChg chg="mod">
            <ac:chgData name="Vitor Rocha" userId="fc10c760-b8d6-4ef8-a964-fcd6221efb67" providerId="ADAL" clId="{0648B9C9-FC9E-499C-81CD-6BF88A412998}" dt="2026-09-16T16:09:50.223" v="1726"/>
            <ac:graphicFrameMkLst>
              <pc:docMk/>
              <pc:sldMasterMk cId="1978342417" sldId="2147483763"/>
              <pc:sldLayoutMk cId="1764449672" sldId="2147483782"/>
              <ac:graphicFrameMk id="2" creationId="{00000000-0000-0000-0000-000000000000}"/>
            </ac:graphicFrameMkLst>
          </pc:graphicFrame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 sz="900" b="1" dirty="0">
                <a:solidFill>
                  <a:srgbClr val="002060"/>
                </a:solidFill>
                <a:latin typeface="Gadugi"/>
              </a:rPr>
              <a:t>Trajetória mensal 2026 (R$ MM)</a:t>
            </a:r>
          </a:p>
          <a:p>
            <a:r>
              <a:rPr lang="pt-BR" sz="900" b="1" dirty="0">
                <a:solidFill>
                  <a:srgbClr val="002060"/>
                </a:solidFill>
                <a:latin typeface="Gadugi"/>
              </a:rPr>
              <a:t>média de R$ 21,4 MM/mês até set e R$ 29,3 MM/mês em out–dez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Orçado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1"/>
          <c:dLbls>
            <c:numFmt formatCode="#,##0" sourceLinked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17.9500</c:v>
                </c:pt>
                <c:pt idx="1">
                  <c:v>18.9734</c:v>
                </c:pt>
                <c:pt idx="2">
                  <c:v>19.8955</c:v>
                </c:pt>
                <c:pt idx="3">
                  <c:v>21.9742</c:v>
                </c:pt>
                <c:pt idx="4">
                  <c:v>21.9865</c:v>
                </c:pt>
                <c:pt idx="5">
                  <c:v>23.5776</c:v>
                </c:pt>
                <c:pt idx="6">
                  <c:v>24.7235</c:v>
                </c:pt>
                <c:pt idx="7">
                  <c:v>24.4394</c:v>
                </c:pt>
                <c:pt idx="8">
                  <c:v>26.0052</c:v>
                </c:pt>
                <c:pt idx="9">
                  <c:v>24.8267</c:v>
                </c:pt>
                <c:pt idx="10">
                  <c:v>25.8355</c:v>
                </c:pt>
                <c:pt idx="11">
                  <c:v>25.2396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D6C-4CF2-9CED-63131A7CB1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Realizado (jan–set) / Tendência (out–dez)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latin typeface="Gadug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18.8575</c:v>
                </c:pt>
                <c:pt idx="1">
                  <c:v>22.4821</c:v>
                </c:pt>
                <c:pt idx="2">
                  <c:v>18.4424</c:v>
                </c:pt>
                <c:pt idx="3">
                  <c:v>17.9676</c:v>
                </c:pt>
                <c:pt idx="4">
                  <c:v>19.9956</c:v>
                </c:pt>
                <c:pt idx="5">
                  <c:v>22.6802</c:v>
                </c:pt>
                <c:pt idx="6">
                  <c:v>22.5801</c:v>
                </c:pt>
                <c:pt idx="7">
                  <c:v>21.8198</c:v>
                </c:pt>
                <c:pt idx="8">
                  <c:v>27.7136</c:v>
                </c:pt>
                <c:pt idx="9">
                  <c:v>26.2949</c:v>
                </c:pt>
                <c:pt idx="10">
                  <c:v>26.8195</c:v>
                </c:pt>
                <c:pt idx="11">
                  <c:v>34.9219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D6C-4CF2-9CED-63131A7CB1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700">
                <a:latin typeface="Gadugi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Gadugi"/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 sz="900" b="1" dirty="0">
                <a:solidFill>
                  <a:srgbClr val="002060"/>
                </a:solidFill>
                <a:latin typeface="Gadugi"/>
              </a:rPr>
              <a:t>Jan–set de cada ano, R$ MM:</a:t>
            </a:r>
          </a:p>
          <a:p>
            <a:r>
              <a:rPr lang="pt-BR" sz="900" b="1" dirty="0">
                <a:solidFill>
                  <a:srgbClr val="002060"/>
                </a:solidFill>
                <a:latin typeface="Gadugi"/>
              </a:rPr>
              <a:t> –16% nominal e –30% real desde 2022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Nominal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latin typeface="Gadug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Jan–set/22</c:v>
                </c:pt>
                <c:pt idx="1">
                  <c:v>Jan–set/23</c:v>
                </c:pt>
                <c:pt idx="2">
                  <c:v>Jan–set/24</c:v>
                </c:pt>
                <c:pt idx="3">
                  <c:v>Jan–set/25</c:v>
                </c:pt>
                <c:pt idx="4">
                  <c:v>Jan–set/26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228.4900</c:v>
                </c:pt>
                <c:pt idx="1">
                  <c:v>225.4800</c:v>
                </c:pt>
                <c:pt idx="2">
                  <c:v>205.3500</c:v>
                </c:pt>
                <c:pt idx="3">
                  <c:v>191.1600</c:v>
                </c:pt>
                <c:pt idx="4">
                  <c:v>192.5400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0D8-498B-8039-9D33AD78AD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 preços de set/26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latin typeface="Gadug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Jan–set/22</c:v>
                </c:pt>
                <c:pt idx="1">
                  <c:v>Jan–set/23</c:v>
                </c:pt>
                <c:pt idx="2">
                  <c:v>Jan–set/24</c:v>
                </c:pt>
                <c:pt idx="3">
                  <c:v>Jan–set/25</c:v>
                </c:pt>
                <c:pt idx="4">
                  <c:v>Jan–set/26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275.0859</c:v>
                </c:pt>
                <c:pt idx="1">
                  <c:v>258.0683</c:v>
                </c:pt>
                <c:pt idx="2">
                  <c:v>225.0804</c:v>
                </c:pt>
                <c:pt idx="3">
                  <c:v>199.2270</c:v>
                </c:pt>
                <c:pt idx="4">
                  <c:v>192.5400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0D8-498B-8039-9D33AD78A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800">
                <a:latin typeface="Gadugi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latin typeface="Gadugi"/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 sz="900" b="1">
                <a:solidFill>
                  <a:srgbClr val="002060"/>
                </a:solidFill>
                <a:latin typeface="Gadugi"/>
              </a:rPr>
              <a:t>Trajetória mensal 2026 sem CSC e sem Cofre (R$ MM): agosto +28% pelos Honorários; tendência sobe para 20,3 MM/mês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Orçado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1"/>
          <c:dLbls>
            <c:numFmt formatCode="#,##0" sourceLinked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17.531436988939859</c:v>
                </c:pt>
                <c:pt idx="1">
                  <c:v>17.275920480136275</c:v>
                </c:pt>
                <c:pt idx="2">
                  <c:v>17.338258237744622</c:v>
                </c:pt>
                <c:pt idx="3">
                  <c:v>16.873229052765378</c:v>
                </c:pt>
                <c:pt idx="4">
                  <c:v>16.758142945231995</c:v>
                </c:pt>
                <c:pt idx="5">
                  <c:v>17.453692378537291</c:v>
                </c:pt>
                <c:pt idx="6">
                  <c:v>17.607091569582153</c:v>
                </c:pt>
                <c:pt idx="7">
                  <c:v>16.8002402105088</c:v>
                </c:pt>
                <c:pt idx="8">
                  <c:v>17.831882699644538</c:v>
                </c:pt>
                <c:pt idx="9">
                  <c:v>16.961672887217048</c:v>
                </c:pt>
                <c:pt idx="10">
                  <c:v>17.662755755806842</c:v>
                </c:pt>
                <c:pt idx="11">
                  <c:v>18.095968647467394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941-40AF-9E57-876A722284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Realizado (jan–ago) / Tendência (set–dez)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latin typeface="Gadug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13.44803435</c:v>
                </c:pt>
                <c:pt idx="1">
                  <c:v>15.136586080000001</c:v>
                </c:pt>
                <c:pt idx="2">
                  <c:v>18.35831988</c:v>
                </c:pt>
                <c:pt idx="3">
                  <c:v>17.118149980000002</c:v>
                </c:pt>
                <c:pt idx="4">
                  <c:v>18.558155899999999</c:v>
                </c:pt>
                <c:pt idx="5">
                  <c:v>15.69069249</c:v>
                </c:pt>
                <c:pt idx="6">
                  <c:v>17.325858870000001</c:v>
                </c:pt>
                <c:pt idx="7">
                  <c:v>21.544525159999999</c:v>
                </c:pt>
                <c:pt idx="8">
                  <c:v>21.972146549644538</c:v>
                </c:pt>
                <c:pt idx="9">
                  <c:v>19.962945477217048</c:v>
                </c:pt>
                <c:pt idx="10">
                  <c:v>19.504064755806841</c:v>
                </c:pt>
                <c:pt idx="11">
                  <c:v>19.895062507467397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941-40AF-9E57-876A722284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700">
                <a:latin typeface="Gadugi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Gadugi"/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 sz="900" b="1" noProof="0" dirty="0">
                <a:solidFill>
                  <a:srgbClr val="002060"/>
                </a:solidFill>
                <a:latin typeface="Gadugi"/>
              </a:rPr>
              <a:t>Crescimento da base Rio+ (1T24 = 100): +6% ligações, +9% economias e +6% volume em 1T26 vs 1T25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Ligações faturadas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latin typeface="Gadug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1T24</c:v>
                </c:pt>
                <c:pt idx="1">
                  <c:v>1T25</c:v>
                </c:pt>
                <c:pt idx="2">
                  <c:v>1T26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104.1955728415434</c:v>
                </c:pt>
                <c:pt idx="2">
                  <c:v>110.73887511523806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BB8-43D7-A2D0-99032CD02A6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Economias faturadas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latin typeface="Gadug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1T24</c:v>
                </c:pt>
                <c:pt idx="1">
                  <c:v>1T25</c:v>
                </c:pt>
                <c:pt idx="2">
                  <c:v>1T26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104.19948239861189</c:v>
                </c:pt>
                <c:pt idx="2">
                  <c:v>113.95568038114283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BB8-43D7-A2D0-99032CD02A6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Volume faturado (m³)</c:v>
                </c:pt>
              </c:strCache>
            </c:strRef>
          </c:tx>
          <c:spPr>
            <a:solidFill>
              <a:srgbClr val="5B7DB1"/>
            </a:solidFill>
            <a:ln>
              <a:noFill/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latin typeface="Gadug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1T24</c:v>
                </c:pt>
                <c:pt idx="1">
                  <c:v>1T25</c:v>
                </c:pt>
                <c:pt idx="2">
                  <c:v>1T26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</c:v>
                </c:pt>
                <c:pt idx="1">
                  <c:v>102.87678444244884</c:v>
                </c:pt>
                <c:pt idx="2">
                  <c:v>109.29303564239927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BB8-43D7-A2D0-99032CD02A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800">
                <a:latin typeface="Gadugi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8"/>
          <c:min val="9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latin typeface="Gadugi"/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9115" cy="511811"/>
          </a:xfrm>
          <a:prstGeom prst="rect">
            <a:avLst/>
          </a:prstGeom>
        </p:spPr>
        <p:txBody>
          <a:bodyPr vert="horz" lIns="95107" tIns="47553" rIns="95107" bIns="47553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4891" y="1"/>
            <a:ext cx="3079115" cy="511811"/>
          </a:xfrm>
          <a:prstGeom prst="rect">
            <a:avLst/>
          </a:prstGeom>
        </p:spPr>
        <p:txBody>
          <a:bodyPr vert="horz" lIns="95107" tIns="47553" rIns="95107" bIns="47553" rtlCol="0"/>
          <a:lstStyle>
            <a:lvl1pPr algn="r">
              <a:defRPr sz="1200"/>
            </a:lvl1pPr>
          </a:lstStyle>
          <a:p>
            <a:fld id="{C5A99AC1-06F0-4A85-B9AE-340A3A30A4FE}" type="datetimeFigureOut">
              <a:rPr lang="pt-BR" smtClean="0"/>
              <a:t>23/09/2026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722614"/>
            <a:ext cx="3079115" cy="511811"/>
          </a:xfrm>
          <a:prstGeom prst="rect">
            <a:avLst/>
          </a:prstGeom>
        </p:spPr>
        <p:txBody>
          <a:bodyPr vert="horz" lIns="95107" tIns="47553" rIns="95107" bIns="47553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4891" y="9722614"/>
            <a:ext cx="3079115" cy="511811"/>
          </a:xfrm>
          <a:prstGeom prst="rect">
            <a:avLst/>
          </a:prstGeom>
        </p:spPr>
        <p:txBody>
          <a:bodyPr vert="horz" lIns="95107" tIns="47553" rIns="95107" bIns="47553" rtlCol="0" anchor="b"/>
          <a:lstStyle>
            <a:lvl1pPr algn="r">
              <a:defRPr sz="1200"/>
            </a:lvl1pPr>
          </a:lstStyle>
          <a:p>
            <a:fld id="{63D991AA-1417-4D37-9ADA-325C77A707A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9812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9115" cy="511811"/>
          </a:xfrm>
          <a:prstGeom prst="rect">
            <a:avLst/>
          </a:prstGeom>
        </p:spPr>
        <p:txBody>
          <a:bodyPr vert="horz" lIns="95107" tIns="47553" rIns="95107" bIns="47553" rtlCol="0"/>
          <a:lstStyle>
            <a:lvl1pPr algn="l" rtl="0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4891" y="1"/>
            <a:ext cx="3079115" cy="511811"/>
          </a:xfrm>
          <a:prstGeom prst="rect">
            <a:avLst/>
          </a:prstGeom>
        </p:spPr>
        <p:txBody>
          <a:bodyPr vert="horz" lIns="95107" tIns="47553" rIns="95107" bIns="47553" rtlCol="0"/>
          <a:lstStyle>
            <a:lvl1pPr algn="r" rtl="0">
              <a:defRPr sz="1200"/>
            </a:lvl1pPr>
          </a:lstStyle>
          <a:p>
            <a:fld id="{2FFB7843-28C3-43BA-89DD-59DDDD18EBA5}" type="datetimeFigureOut">
              <a:rPr lang="pt-BR" smtClean="0"/>
              <a:pPr/>
              <a:t>23/09/2026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307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07" tIns="47553" rIns="95107" bIns="47553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566" y="4862197"/>
            <a:ext cx="5684520" cy="4606291"/>
          </a:xfrm>
          <a:prstGeom prst="rect">
            <a:avLst/>
          </a:prstGeom>
        </p:spPr>
        <p:txBody>
          <a:bodyPr vert="horz" lIns="95107" tIns="47553" rIns="95107" bIns="47553" rtlCol="0"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2614"/>
            <a:ext cx="3079115" cy="511811"/>
          </a:xfrm>
          <a:prstGeom prst="rect">
            <a:avLst/>
          </a:prstGeom>
        </p:spPr>
        <p:txBody>
          <a:bodyPr vert="horz" lIns="95107" tIns="47553" rIns="95107" bIns="47553" rtlCol="0" anchor="b"/>
          <a:lstStyle>
            <a:lvl1pPr algn="l" rtl="0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4891" y="9722614"/>
            <a:ext cx="3079115" cy="511811"/>
          </a:xfrm>
          <a:prstGeom prst="rect">
            <a:avLst/>
          </a:prstGeom>
        </p:spPr>
        <p:txBody>
          <a:bodyPr vert="horz" lIns="95107" tIns="47553" rIns="95107" bIns="47553" rtlCol="0" anchor="b"/>
          <a:lstStyle>
            <a:lvl1pPr algn="r" rtl="0">
              <a:defRPr sz="1200"/>
            </a:lvl1pPr>
          </a:lstStyle>
          <a:p>
            <a:fld id="{78DEE97A-326E-4A0B-B757-8EF31F02E8BE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216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39307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19654" algn="l" defTabSz="1039307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39307" algn="l" defTabSz="1039307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58961" algn="l" defTabSz="1039307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78614" algn="l" defTabSz="1039307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598268" algn="l" defTabSz="1039307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17921" algn="l" defTabSz="1039307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37575" algn="l" defTabSz="1039307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57228" algn="l" defTabSz="1039307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DEE97A-326E-4A0B-B757-8EF31F02E8BE}" type="slidenum">
              <a:rPr lang="pt-BR" smtClean="0"/>
              <a:pPr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3287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DEE97A-326E-4A0B-B757-8EF31F02E8BE}" type="slidenum">
              <a:rPr lang="pt-BR" smtClean="0"/>
              <a:pPr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9695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DEE97A-326E-4A0B-B757-8EF31F02E8BE}" type="slidenum">
              <a:rPr lang="pt-BR" smtClean="0"/>
              <a:pPr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7614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8.jpe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9.jpe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10.jpe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1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2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6" Type="http://schemas.openxmlformats.org/officeDocument/2006/relationships/image" Target="../media/image8.jpe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6" Type="http://schemas.openxmlformats.org/officeDocument/2006/relationships/image" Target="../media/image9.jpe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6" Type="http://schemas.openxmlformats.org/officeDocument/2006/relationships/image" Target="../media/image10.jpe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8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6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9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6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0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6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6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2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6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3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6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4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6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5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12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6.bin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45.xml"/><Relationship Id="rId7" Type="http://schemas.openxmlformats.org/officeDocument/2006/relationships/image" Target="../media/image3.emf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oleObject" Target="../embeddings/oleObject27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6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8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81226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4" imgW="270" imgH="270" progId="TCLayout.ActiveDocument.1">
                  <p:embed/>
                </p:oleObj>
              </mc:Choice>
              <mc:Fallback>
                <p:oleObj name="Slide do think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 hidden="1">
            <a:extLst>
              <a:ext uri="{FF2B5EF4-FFF2-40B4-BE49-F238E27FC236}">
                <a16:creationId xmlns:a16="http://schemas.microsoft.com/office/drawing/2014/main" id="{49D7F7D8-121D-4521-9A08-F7C3CB97B79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chemeClr val="bg1">
                <a:lumMod val="75000"/>
              </a:schemeClr>
            </a:outerShdw>
          </a:effec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3000" b="1" i="0" baseline="0" dirty="0"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  <a:sym typeface="Gadugi" panose="020B0502040204020203" pitchFamily="34" charset="0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942981" y="5950074"/>
            <a:ext cx="10309213" cy="3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4652" tIns="52327" rIns="104652" bIns="52327">
            <a:spAutoFit/>
          </a:bodyPr>
          <a:lstStyle/>
          <a:p>
            <a:pPr defTabSz="866089" rtl="0" eaLnBrk="0" hangingPunct="0"/>
            <a:r>
              <a:rPr lang="pt-BR" sz="900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itchFamily="34" charset="0"/>
              </a:rPr>
              <a:t>Este relatório foi utilizado como material de apoio a uma apresentação oral e, portanto, não representa registro completo do que foi abordado na referida apresentação. </a:t>
            </a:r>
          </a:p>
          <a:p>
            <a:pPr defTabSz="866089" rtl="0" eaLnBrk="0" hangingPunct="0"/>
            <a:r>
              <a:rPr lang="pt-BR" sz="900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itchFamily="34" charset="0"/>
              </a:rPr>
              <a:t>É para uso exclusivo do cliente, sendo que nenhuma de suas partes pode ser reproduzida para distribuição fora da organização sem prévio consentimento por escrito da Gradus Consultoria de Gestão.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B974E01-DFD1-46B4-8010-2D036312C57E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222023" y="4722618"/>
            <a:ext cx="9751129" cy="382675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buFontTx/>
              <a:buNone/>
              <a:defRPr sz="18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itchFamily="34" charset="0"/>
              </a:defRPr>
            </a:lvl1pPr>
          </a:lstStyle>
          <a:p>
            <a:pPr lvl="0"/>
            <a:r>
              <a:rPr lang="pt-BR" noProof="0" dirty="0"/>
              <a:t>Subtítulo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A8BF856-BEBA-4E91-B613-E2D777E22B96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1293722" y="1701602"/>
            <a:ext cx="9607730" cy="961045"/>
          </a:xfrm>
          <a:prstGeom prst="rect">
            <a:avLst/>
          </a:prstGeom>
        </p:spPr>
        <p:txBody>
          <a:bodyPr vert="horz" rIns="91440"/>
          <a:lstStyle>
            <a:lvl1pPr algn="ctr" rtl="0">
              <a:defRPr sz="3000" b="1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itchFamily="34" charset="0"/>
              </a:defRPr>
            </a:lvl1pPr>
          </a:lstStyle>
          <a:p>
            <a:pPr lvl="0"/>
            <a:r>
              <a:rPr lang="pt-BR" noProof="0" dirty="0"/>
              <a:t>TÍTULO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79B3554-157F-4B42-AF2E-A676ADBBE7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2023" y="5207358"/>
            <a:ext cx="9751129" cy="382676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buNone/>
              <a:defRPr sz="1800"/>
            </a:lvl1pPr>
          </a:lstStyle>
          <a:p>
            <a:pPr lvl="0"/>
            <a:r>
              <a:rPr lang="pt-BR" dirty="0"/>
              <a:t>São Paulo, DD de MÊS de 20AA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FE25D94-13B1-40BF-A477-D1DF36F7EF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73351" y="2764712"/>
            <a:ext cx="4248472" cy="1855841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buNone/>
              <a:defRPr/>
            </a:lvl1pPr>
          </a:lstStyle>
          <a:p>
            <a:pPr lvl="0"/>
            <a:r>
              <a:rPr lang="pt-BR" dirty="0"/>
              <a:t>&lt;Imagem (opcional)&gt;</a:t>
            </a:r>
          </a:p>
        </p:txBody>
      </p:sp>
    </p:spTree>
    <p:extLst>
      <p:ext uri="{BB962C8B-B14F-4D97-AF65-F5344CB8AC3E}">
        <p14:creationId xmlns:p14="http://schemas.microsoft.com/office/powerpoint/2010/main" val="1994443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drão Título+Caix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950098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4" imgW="270" imgH="270" progId="TCLayout.ActiveDocument.1">
                  <p:embed/>
                </p:oleObj>
              </mc:Choice>
              <mc:Fallback>
                <p:oleObj name="Slide do think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 hidden="1">
            <a:extLst>
              <a:ext uri="{FF2B5EF4-FFF2-40B4-BE49-F238E27FC236}">
                <a16:creationId xmlns:a16="http://schemas.microsoft.com/office/drawing/2014/main" id="{7B933ACA-654C-46B1-907F-E8D7566E4F3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chemeClr val="bg1">
                <a:lumMod val="75000"/>
              </a:schemeClr>
            </a:outerShdw>
          </a:effec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2200" b="1" i="0" baseline="0" dirty="0"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  <a:sym typeface="Gadugi" panose="020B0502040204020203" pitchFamily="34" charset="0"/>
            </a:endParaRPr>
          </a:p>
        </p:txBody>
      </p:sp>
      <p:sp>
        <p:nvSpPr>
          <p:cNvPr id="14" name="Espaço Reservado para Número de Slide 2">
            <a:extLst>
              <a:ext uri="{FF2B5EF4-FFF2-40B4-BE49-F238E27FC236}">
                <a16:creationId xmlns:a16="http://schemas.microsoft.com/office/drawing/2014/main" id="{C35AEF52-7791-4271-9F3B-3FB0AA7F2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4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FCEB7CF-E0AE-4A57-9AD7-5A17E6B9B5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1433" y="2133650"/>
            <a:ext cx="11840184" cy="36004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pt-BR" dirty="0"/>
              <a:t>Primeiro nível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62D4BA3-4F5F-40D9-B3A7-01BE0F27F03A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71387" y="782345"/>
            <a:ext cx="11829600" cy="545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4652" tIns="52327" rIns="104652" bIns="52327" numCol="1" anchor="t" anchorCtr="0" compatLnSpc="1">
            <a:prstTxWarp prst="textNoShape">
              <a:avLst/>
            </a:prstTxWarp>
          </a:bodyPr>
          <a:lstStyle>
            <a:lvl1pPr rtl="0">
              <a:defRPr sz="1400" b="1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/>
              <a:t>Subtítulo</a:t>
            </a:r>
          </a:p>
        </p:txBody>
      </p:sp>
      <p:sp>
        <p:nvSpPr>
          <p:cNvPr id="8" name="Espaço Reservado para Texto 11">
            <a:extLst>
              <a:ext uri="{FF2B5EF4-FFF2-40B4-BE49-F238E27FC236}">
                <a16:creationId xmlns:a16="http://schemas.microsoft.com/office/drawing/2014/main" id="{41A55978-A386-44B9-B277-C7BDAFCBCE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388" y="52944"/>
            <a:ext cx="11829600" cy="684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4652" tIns="52327" rIns="104652" bIns="52327" numCol="1" anchor="t" anchorCtr="0" compatLnSpc="1">
            <a:prstTxWarp prst="textNoShape">
              <a:avLst/>
            </a:prstTxWarp>
          </a:bodyPr>
          <a:lstStyle>
            <a:lvl1pPr marL="0" indent="0" rtl="0">
              <a:buNone/>
              <a:defRPr lang="pt-BR" sz="1999" b="1" strike="noStrike" smtClean="0">
                <a:solidFill>
                  <a:schemeClr val="tx1"/>
                </a:solidFill>
              </a:defRPr>
            </a:lvl1pPr>
            <a:lvl2pPr>
              <a:defRPr lang="pt-BR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179334" lvl="0" indent="-179334">
              <a:spcBef>
                <a:spcPct val="0"/>
              </a:spcBef>
            </a:pPr>
            <a:r>
              <a:rPr lang="pt-BR" dirty="0"/>
              <a:t>Título</a:t>
            </a:r>
          </a:p>
          <a:p>
            <a:pPr marL="179334" lvl="0" indent="-179334">
              <a:spcBef>
                <a:spcPct val="0"/>
              </a:spcBef>
            </a:pPr>
            <a:r>
              <a:rPr lang="pt-BR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498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. Préd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431E9737-F792-473F-8334-992F57F3BEC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8461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3" imgW="421" imgH="420" progId="TCLayout.ActiveDocument.1">
                  <p:embed/>
                </p:oleObj>
              </mc:Choice>
              <mc:Fallback>
                <p:oleObj name="Slide do thinkcell" r:id="rId3" imgW="421" imgH="420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431E9737-F792-473F-8334-992F57F3BE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810F96FD-AE0F-4F9A-AB6C-61C256203AA1}"/>
              </a:ext>
            </a:extLst>
          </p:cNvPr>
          <p:cNvSpPr/>
          <p:nvPr userDrawn="1"/>
        </p:nvSpPr>
        <p:spPr>
          <a:xfrm>
            <a:off x="0" y="0"/>
            <a:ext cx="6150886" cy="6859588"/>
          </a:xfrm>
          <a:prstGeom prst="rect">
            <a:avLst/>
          </a:prstGeom>
          <a:solidFill>
            <a:srgbClr val="154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5" name="Imagem 4" descr="Uma imagem contendo edifício, céu, ao ar livre&#10;&#10;Descrição gerada automaticamente">
            <a:extLst>
              <a:ext uri="{FF2B5EF4-FFF2-40B4-BE49-F238E27FC236}">
                <a16:creationId xmlns:a16="http://schemas.microsoft.com/office/drawing/2014/main" id="{257FBFDA-7716-4E58-976C-058EBEBEB26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086" y="0"/>
            <a:ext cx="6061089" cy="6859588"/>
          </a:xfrm>
          <a:prstGeom prst="rect">
            <a:avLst/>
          </a:prstGeom>
        </p:spPr>
      </p:pic>
      <p:sp>
        <p:nvSpPr>
          <p:cNvPr id="6" name="Rectangle 11">
            <a:extLst>
              <a:ext uri="{FF2B5EF4-FFF2-40B4-BE49-F238E27FC236}">
                <a16:creationId xmlns:a16="http://schemas.microsoft.com/office/drawing/2014/main" id="{E8A36B9A-E1B6-4B7F-AA67-51A4147274D4}"/>
              </a:ext>
            </a:extLst>
          </p:cNvPr>
          <p:cNvSpPr/>
          <p:nvPr userDrawn="1"/>
        </p:nvSpPr>
        <p:spPr>
          <a:xfrm>
            <a:off x="6078309" y="640"/>
            <a:ext cx="6116866" cy="6859588"/>
          </a:xfrm>
          <a:prstGeom prst="rect">
            <a:avLst/>
          </a:prstGeom>
          <a:solidFill>
            <a:srgbClr val="174C81">
              <a:alpha val="8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7" name="Imagem 7">
            <a:extLst>
              <a:ext uri="{FF2B5EF4-FFF2-40B4-BE49-F238E27FC236}">
                <a16:creationId xmlns:a16="http://schemas.microsoft.com/office/drawing/2014/main" id="{D3712620-F6E2-429F-B77A-128F477CDE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duotone>
              <a:prstClr val="black"/>
              <a:srgbClr val="EFFFF2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291362" y="196257"/>
            <a:ext cx="604563" cy="616480"/>
          </a:xfrm>
          <a:prstGeom prst="rect">
            <a:avLst/>
          </a:prstGeom>
        </p:spPr>
      </p:pic>
      <p:sp>
        <p:nvSpPr>
          <p:cNvPr id="8" name="Espaço Reservado para Número de Slide 2">
            <a:extLst>
              <a:ext uri="{FF2B5EF4-FFF2-40B4-BE49-F238E27FC236}">
                <a16:creationId xmlns:a16="http://schemas.microsoft.com/office/drawing/2014/main" id="{3B1D795D-ED5D-4EBC-BA07-929A9EE7E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4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75339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. Cida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3697413B-8FD1-4A3B-AC0D-2E28ED8BEEF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8495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3" imgW="421" imgH="420" progId="TCLayout.ActiveDocument.1">
                  <p:embed/>
                </p:oleObj>
              </mc:Choice>
              <mc:Fallback>
                <p:oleObj name="Slide do thinkcell" r:id="rId3" imgW="421" imgH="420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3697413B-8FD1-4A3B-AC0D-2E28ED8BEE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DB09CF38-1000-4403-8629-B20C394000A6}"/>
              </a:ext>
            </a:extLst>
          </p:cNvPr>
          <p:cNvSpPr/>
          <p:nvPr userDrawn="1"/>
        </p:nvSpPr>
        <p:spPr>
          <a:xfrm>
            <a:off x="0" y="0"/>
            <a:ext cx="6150886" cy="6859588"/>
          </a:xfrm>
          <a:prstGeom prst="rect">
            <a:avLst/>
          </a:prstGeom>
          <a:solidFill>
            <a:srgbClr val="154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5" name="Imagem 7">
            <a:extLst>
              <a:ext uri="{FF2B5EF4-FFF2-40B4-BE49-F238E27FC236}">
                <a16:creationId xmlns:a16="http://schemas.microsoft.com/office/drawing/2014/main" id="{4D4B2FC6-10E1-4924-9ED6-FE4D745D84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prstClr val="black"/>
              <a:srgbClr val="EFFFF2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291362" y="196257"/>
            <a:ext cx="604563" cy="616480"/>
          </a:xfrm>
          <a:prstGeom prst="rect">
            <a:avLst/>
          </a:prstGeom>
        </p:spPr>
      </p:pic>
      <p:pic>
        <p:nvPicPr>
          <p:cNvPr id="6" name="Imagem 5" descr="Uma imagem contendo ao ar livre, céu&#10;&#10;Descrição gerada automaticamente">
            <a:extLst>
              <a:ext uri="{FF2B5EF4-FFF2-40B4-BE49-F238E27FC236}">
                <a16:creationId xmlns:a16="http://schemas.microsoft.com/office/drawing/2014/main" id="{D485AFAB-83C5-4046-B5E0-615F4FCEF5B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163" y="0"/>
            <a:ext cx="6045012" cy="6859588"/>
          </a:xfrm>
          <a:prstGeom prst="rect">
            <a:avLst/>
          </a:prstGeom>
        </p:spPr>
      </p:pic>
      <p:sp>
        <p:nvSpPr>
          <p:cNvPr id="7" name="Rectangle 11">
            <a:extLst>
              <a:ext uri="{FF2B5EF4-FFF2-40B4-BE49-F238E27FC236}">
                <a16:creationId xmlns:a16="http://schemas.microsoft.com/office/drawing/2014/main" id="{63EDC59E-E54E-4E50-894C-65DAC027F017}"/>
              </a:ext>
            </a:extLst>
          </p:cNvPr>
          <p:cNvSpPr/>
          <p:nvPr userDrawn="1"/>
        </p:nvSpPr>
        <p:spPr>
          <a:xfrm>
            <a:off x="6078309" y="640"/>
            <a:ext cx="6116866" cy="6859588"/>
          </a:xfrm>
          <a:prstGeom prst="rect">
            <a:avLst/>
          </a:prstGeom>
          <a:solidFill>
            <a:srgbClr val="174C81">
              <a:alpha val="8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8" name="Espaço Reservado para Número de Slide 2">
            <a:extLst>
              <a:ext uri="{FF2B5EF4-FFF2-40B4-BE49-F238E27FC236}">
                <a16:creationId xmlns:a16="http://schemas.microsoft.com/office/drawing/2014/main" id="{5B58A8E3-1F33-4E3B-B0A1-4B4A676B0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4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0824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.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22E4627C-8518-4DD9-A81C-0961FB43E8CB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86857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3" imgW="421" imgH="420" progId="TCLayout.ActiveDocument.1">
                  <p:embed/>
                </p:oleObj>
              </mc:Choice>
              <mc:Fallback>
                <p:oleObj name="Slide do thinkcell" r:id="rId3" imgW="421" imgH="420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22E4627C-8518-4DD9-A81C-0961FB43E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0240BECC-87EB-4A4E-9D1D-CA08A82C9DE3}"/>
              </a:ext>
            </a:extLst>
          </p:cNvPr>
          <p:cNvSpPr/>
          <p:nvPr userDrawn="1"/>
        </p:nvSpPr>
        <p:spPr>
          <a:xfrm>
            <a:off x="0" y="0"/>
            <a:ext cx="6150886" cy="6859588"/>
          </a:xfrm>
          <a:prstGeom prst="rect">
            <a:avLst/>
          </a:prstGeom>
          <a:solidFill>
            <a:srgbClr val="154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5" name="Imagem 7">
            <a:extLst>
              <a:ext uri="{FF2B5EF4-FFF2-40B4-BE49-F238E27FC236}">
                <a16:creationId xmlns:a16="http://schemas.microsoft.com/office/drawing/2014/main" id="{400940F3-533B-45C2-B3AB-A3B3434F54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prstClr val="black"/>
              <a:srgbClr val="EFFFF2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291362" y="196257"/>
            <a:ext cx="604563" cy="616480"/>
          </a:xfrm>
          <a:prstGeom prst="rect">
            <a:avLst/>
          </a:prstGeom>
        </p:spPr>
      </p:pic>
      <p:pic>
        <p:nvPicPr>
          <p:cNvPr id="6" name="Imagem 5" descr="Uma imagem contendo pessoa, interior&#10;&#10;Descrição gerada automaticamente">
            <a:extLst>
              <a:ext uri="{FF2B5EF4-FFF2-40B4-BE49-F238E27FC236}">
                <a16:creationId xmlns:a16="http://schemas.microsoft.com/office/drawing/2014/main" id="{AAC1F646-9382-4578-B3E8-4A1EAD08ADB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163" y="0"/>
            <a:ext cx="6045012" cy="6859588"/>
          </a:xfrm>
          <a:prstGeom prst="rect">
            <a:avLst/>
          </a:prstGeom>
        </p:spPr>
      </p:pic>
      <p:sp>
        <p:nvSpPr>
          <p:cNvPr id="7" name="Rectangle 11">
            <a:extLst>
              <a:ext uri="{FF2B5EF4-FFF2-40B4-BE49-F238E27FC236}">
                <a16:creationId xmlns:a16="http://schemas.microsoft.com/office/drawing/2014/main" id="{44483744-9DDC-4D4D-AF30-07034C9C6899}"/>
              </a:ext>
            </a:extLst>
          </p:cNvPr>
          <p:cNvSpPr/>
          <p:nvPr userDrawn="1"/>
        </p:nvSpPr>
        <p:spPr>
          <a:xfrm>
            <a:off x="6078309" y="640"/>
            <a:ext cx="6116866" cy="6859588"/>
          </a:xfrm>
          <a:prstGeom prst="rect">
            <a:avLst/>
          </a:prstGeom>
          <a:solidFill>
            <a:srgbClr val="174C81">
              <a:alpha val="8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8" name="Espaço Reservado para Número de Slide 2">
            <a:extLst>
              <a:ext uri="{FF2B5EF4-FFF2-40B4-BE49-F238E27FC236}">
                <a16:creationId xmlns:a16="http://schemas.microsoft.com/office/drawing/2014/main" id="{B2A7AA7D-B443-4D52-A5E9-16F1A350F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4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6912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. Organog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7E646CAF-5688-4390-BD60-1551B0AEF4DD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4419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3" imgW="421" imgH="420" progId="TCLayout.ActiveDocument.1">
                  <p:embed/>
                </p:oleObj>
              </mc:Choice>
              <mc:Fallback>
                <p:oleObj name="Slide do thinkcell" r:id="rId3" imgW="421" imgH="420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7E646CAF-5688-4390-BD60-1551B0AEF4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A075547-421D-4D18-AE36-0AEE9A1DDE44}"/>
              </a:ext>
            </a:extLst>
          </p:cNvPr>
          <p:cNvSpPr/>
          <p:nvPr userDrawn="1"/>
        </p:nvSpPr>
        <p:spPr>
          <a:xfrm>
            <a:off x="0" y="0"/>
            <a:ext cx="6150886" cy="6859588"/>
          </a:xfrm>
          <a:prstGeom prst="rect">
            <a:avLst/>
          </a:prstGeom>
          <a:solidFill>
            <a:srgbClr val="154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5" name="Imagem 7">
            <a:extLst>
              <a:ext uri="{FF2B5EF4-FFF2-40B4-BE49-F238E27FC236}">
                <a16:creationId xmlns:a16="http://schemas.microsoft.com/office/drawing/2014/main" id="{76E41FAB-4AFE-49EB-B4EF-AA8C2977BB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prstClr val="black"/>
              <a:srgbClr val="EFFFF2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291362" y="196257"/>
            <a:ext cx="604563" cy="616480"/>
          </a:xfrm>
          <a:prstGeom prst="rect">
            <a:avLst/>
          </a:prstGeom>
        </p:spPr>
      </p:pic>
      <p:pic>
        <p:nvPicPr>
          <p:cNvPr id="6" name="Imagem 5" descr="Uma imagem contendo texto&#10;&#10;Descrição gerada automaticamente">
            <a:extLst>
              <a:ext uri="{FF2B5EF4-FFF2-40B4-BE49-F238E27FC236}">
                <a16:creationId xmlns:a16="http://schemas.microsoft.com/office/drawing/2014/main" id="{25383C12-9C65-4899-920A-8C4202FF0AD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163" y="0"/>
            <a:ext cx="6045012" cy="6859588"/>
          </a:xfrm>
          <a:prstGeom prst="rect">
            <a:avLst/>
          </a:prstGeom>
        </p:spPr>
      </p:pic>
      <p:sp>
        <p:nvSpPr>
          <p:cNvPr id="7" name="Rectangle 11">
            <a:extLst>
              <a:ext uri="{FF2B5EF4-FFF2-40B4-BE49-F238E27FC236}">
                <a16:creationId xmlns:a16="http://schemas.microsoft.com/office/drawing/2014/main" id="{37FA75D5-91EC-4660-8DD7-2D18281CE5E4}"/>
              </a:ext>
            </a:extLst>
          </p:cNvPr>
          <p:cNvSpPr/>
          <p:nvPr userDrawn="1"/>
        </p:nvSpPr>
        <p:spPr>
          <a:xfrm>
            <a:off x="6078309" y="640"/>
            <a:ext cx="6116866" cy="6859588"/>
          </a:xfrm>
          <a:prstGeom prst="rect">
            <a:avLst/>
          </a:prstGeom>
          <a:solidFill>
            <a:srgbClr val="174C81">
              <a:alpha val="8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8" name="Espaço Reservado para Número de Slide 2">
            <a:extLst>
              <a:ext uri="{FF2B5EF4-FFF2-40B4-BE49-F238E27FC236}">
                <a16:creationId xmlns:a16="http://schemas.microsoft.com/office/drawing/2014/main" id="{1120CAA6-3599-434A-9D54-091540F70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4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1696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. Logíst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B8995ED9-1039-4D4B-8449-260A2AF5376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83564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3" imgW="421" imgH="420" progId="TCLayout.ActiveDocument.1">
                  <p:embed/>
                </p:oleObj>
              </mc:Choice>
              <mc:Fallback>
                <p:oleObj name="Slide do thinkcell" r:id="rId3" imgW="421" imgH="420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B8995ED9-1039-4D4B-8449-260A2AF53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D4F959D4-9BC4-4DB8-8E8E-834EEE31286B}"/>
              </a:ext>
            </a:extLst>
          </p:cNvPr>
          <p:cNvSpPr/>
          <p:nvPr userDrawn="1"/>
        </p:nvSpPr>
        <p:spPr>
          <a:xfrm>
            <a:off x="0" y="0"/>
            <a:ext cx="6150886" cy="6859588"/>
          </a:xfrm>
          <a:prstGeom prst="rect">
            <a:avLst/>
          </a:prstGeom>
          <a:solidFill>
            <a:srgbClr val="154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5" name="Imagem 7">
            <a:extLst>
              <a:ext uri="{FF2B5EF4-FFF2-40B4-BE49-F238E27FC236}">
                <a16:creationId xmlns:a16="http://schemas.microsoft.com/office/drawing/2014/main" id="{0740E5B9-CF63-4ED1-AD2C-BD5378D1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prstClr val="black"/>
              <a:srgbClr val="EFFFF2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291362" y="196257"/>
            <a:ext cx="604563" cy="616480"/>
          </a:xfrm>
          <a:prstGeom prst="rect">
            <a:avLst/>
          </a:prstGeom>
        </p:spPr>
      </p:pic>
      <p:pic>
        <p:nvPicPr>
          <p:cNvPr id="6" name="Imagem 5" descr="Uma imagem contendo céu, ao ar livre, edifício, carro&#10;&#10;Descrição gerada automaticamente">
            <a:extLst>
              <a:ext uri="{FF2B5EF4-FFF2-40B4-BE49-F238E27FC236}">
                <a16:creationId xmlns:a16="http://schemas.microsoft.com/office/drawing/2014/main" id="{A86EA90B-C82C-496C-97F1-6E2084A8BC2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163" y="0"/>
            <a:ext cx="6045012" cy="6859588"/>
          </a:xfrm>
          <a:prstGeom prst="rect">
            <a:avLst/>
          </a:prstGeom>
        </p:spPr>
      </p:pic>
      <p:sp>
        <p:nvSpPr>
          <p:cNvPr id="7" name="Rectangle 11">
            <a:extLst>
              <a:ext uri="{FF2B5EF4-FFF2-40B4-BE49-F238E27FC236}">
                <a16:creationId xmlns:a16="http://schemas.microsoft.com/office/drawing/2014/main" id="{E352C897-8803-4E85-911E-F8D6932E3760}"/>
              </a:ext>
            </a:extLst>
          </p:cNvPr>
          <p:cNvSpPr/>
          <p:nvPr userDrawn="1"/>
        </p:nvSpPr>
        <p:spPr>
          <a:xfrm>
            <a:off x="6078309" y="640"/>
            <a:ext cx="6116866" cy="6859588"/>
          </a:xfrm>
          <a:prstGeom prst="rect">
            <a:avLst/>
          </a:prstGeom>
          <a:solidFill>
            <a:srgbClr val="174C81">
              <a:alpha val="8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8" name="Espaço Reservado para Número de Slide 2">
            <a:extLst>
              <a:ext uri="{FF2B5EF4-FFF2-40B4-BE49-F238E27FC236}">
                <a16:creationId xmlns:a16="http://schemas.microsoft.com/office/drawing/2014/main" id="{9CB78BEC-1662-4BEA-951A-E8E8FA7F3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4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7428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491699"/>
              </p:ext>
            </p:extLst>
          </p:nvPr>
        </p:nvGraphicFramePr>
        <p:xfrm>
          <a:off x="1955" y="1590"/>
          <a:ext cx="1954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3" imgW="270" imgH="270" progId="TCLayout.ActiveDocument.1">
                  <p:embed/>
                </p:oleObj>
              </mc:Choice>
              <mc:Fallback>
                <p:oleObj name="Slide do thinkcell" r:id="rId3" imgW="270" imgH="270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90"/>
                        <a:ext cx="1954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0"/>
          </p:nvPr>
        </p:nvSpPr>
        <p:spPr>
          <a:xfrm>
            <a:off x="2" y="3"/>
            <a:ext cx="1677185" cy="174891"/>
          </a:xfrm>
        </p:spPr>
        <p:txBody>
          <a:bodyPr/>
          <a:lstStyle>
            <a:lvl1pPr rtl="0">
              <a:defRPr/>
            </a:lvl1pPr>
          </a:lstStyle>
          <a:p>
            <a:r>
              <a:rPr lang="pt-BR">
                <a:solidFill>
                  <a:srgbClr val="002060"/>
                </a:solidFill>
              </a:rPr>
              <a:t>BSO001-180827-Kick Off.pptx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1"/>
          </p:nvPr>
        </p:nvSpPr>
        <p:spPr>
          <a:xfrm>
            <a:off x="1" y="95329"/>
            <a:ext cx="542259" cy="174891"/>
          </a:xfrm>
        </p:spPr>
        <p:txBody>
          <a:bodyPr/>
          <a:lstStyle>
            <a:lvl1pPr rtl="0">
              <a:defRPr/>
            </a:lvl1pPr>
          </a:lstStyle>
          <a:p>
            <a:fld id="{9D307422-D741-4874-A760-E02365BBD434}" type="datetime8">
              <a:rPr lang="pt-BR" smtClean="0">
                <a:solidFill>
                  <a:srgbClr val="002060"/>
                </a:solidFill>
              </a:rPr>
              <a:pPr/>
              <a:t>23/09/2026 13:43</a:t>
            </a:fld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2D3EA719-4623-4994-969C-660BFB6EAE70}" type="slidenum">
              <a:rPr lang="pt-BR" smtClean="0">
                <a:solidFill>
                  <a:srgbClr val="002060"/>
                </a:solidFill>
              </a:rPr>
              <a:pPr/>
              <a:t>‹nº›</a:t>
            </a:fld>
            <a:endParaRPr lang="pt-B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290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4048482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4" imgW="270" imgH="270" progId="TCLayout.ActiveDocument.1">
                  <p:embed/>
                </p:oleObj>
              </mc:Choice>
              <mc:Fallback>
                <p:oleObj name="Slide do think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 hidden="1">
            <a:extLst>
              <a:ext uri="{FF2B5EF4-FFF2-40B4-BE49-F238E27FC236}">
                <a16:creationId xmlns:a16="http://schemas.microsoft.com/office/drawing/2014/main" id="{49D7F7D8-121D-4521-9A08-F7C3CB97B79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1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chemeClr val="bg1">
                <a:lumMod val="75000"/>
              </a:schemeClr>
            </a:outerShdw>
          </a:effec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3000" b="1" i="0" baseline="0" dirty="0"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  <a:sym typeface="Gadugi" panose="020B0502040204020203" pitchFamily="34" charset="0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942982" y="5950074"/>
            <a:ext cx="10309213" cy="3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4649" tIns="52325" rIns="104649" bIns="52325">
            <a:spAutoFit/>
          </a:bodyPr>
          <a:lstStyle/>
          <a:p>
            <a:pPr defTabSz="866002" rtl="0" eaLnBrk="0" hangingPunct="0"/>
            <a:r>
              <a:rPr lang="pt-BR" sz="900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itchFamily="34" charset="0"/>
              </a:rPr>
              <a:t>Este relatório foi utilizado como material de apoio a uma apresentação oral e, portanto, não representa registro completo do que foi abordado na referida apresentação. </a:t>
            </a:r>
          </a:p>
          <a:p>
            <a:pPr defTabSz="866002" rtl="0" eaLnBrk="0" hangingPunct="0"/>
            <a:r>
              <a:rPr lang="pt-BR" sz="900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itchFamily="34" charset="0"/>
              </a:rPr>
              <a:t>É para uso exclusivo do cliente, sendo que nenhuma de suas partes pode ser reproduzida para distribuição fora da organização sem prévio consentimento por escrito da Gradus Consultoria de Gestão.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B974E01-DFD1-46B4-8010-2D036312C57E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222023" y="4722618"/>
            <a:ext cx="9751129" cy="382675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buFontTx/>
              <a:buNone/>
              <a:defRPr sz="1799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itchFamily="34" charset="0"/>
              </a:defRPr>
            </a:lvl1pPr>
          </a:lstStyle>
          <a:p>
            <a:pPr lvl="0"/>
            <a:r>
              <a:rPr lang="pt-BR" noProof="0" dirty="0"/>
              <a:t>Subtítulo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A8BF856-BEBA-4E91-B613-E2D777E22B96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1293723" y="1701603"/>
            <a:ext cx="9607730" cy="961045"/>
          </a:xfrm>
          <a:prstGeom prst="rect">
            <a:avLst/>
          </a:prstGeom>
        </p:spPr>
        <p:txBody>
          <a:bodyPr vert="horz" rIns="91440"/>
          <a:lstStyle>
            <a:lvl1pPr algn="ctr" rtl="0">
              <a:defRPr sz="3000" b="1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itchFamily="34" charset="0"/>
              </a:defRPr>
            </a:lvl1pPr>
          </a:lstStyle>
          <a:p>
            <a:pPr lvl="0"/>
            <a:r>
              <a:rPr lang="pt-BR" noProof="0" dirty="0"/>
              <a:t>TÍTULO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79B3554-157F-4B42-AF2E-A676ADBBE7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2023" y="5207359"/>
            <a:ext cx="9751129" cy="382676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buNone/>
              <a:defRPr sz="1799"/>
            </a:lvl1pPr>
          </a:lstStyle>
          <a:p>
            <a:pPr lvl="0"/>
            <a:r>
              <a:rPr lang="pt-BR" dirty="0"/>
              <a:t>São Paulo, DD de MÊS de 20AA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FE25D94-13B1-40BF-A477-D1DF36F7EF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73352" y="2764713"/>
            <a:ext cx="4248472" cy="1855841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buNone/>
              <a:defRPr/>
            </a:lvl1pPr>
          </a:lstStyle>
          <a:p>
            <a:pPr lvl="0"/>
            <a:r>
              <a:rPr lang="pt-BR" dirty="0"/>
              <a:t>&lt;Imagem (opcional)&gt;</a:t>
            </a:r>
          </a:p>
        </p:txBody>
      </p:sp>
    </p:spTree>
    <p:extLst>
      <p:ext uri="{BB962C8B-B14F-4D97-AF65-F5344CB8AC3E}">
        <p14:creationId xmlns:p14="http://schemas.microsoft.com/office/powerpoint/2010/main" val="2879032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drão Título+Caix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6673971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4" imgW="270" imgH="270" progId="TCLayout.ActiveDocument.1">
                  <p:embed/>
                </p:oleObj>
              </mc:Choice>
              <mc:Fallback>
                <p:oleObj name="Slide do think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 hidden="1">
            <a:extLst>
              <a:ext uri="{FF2B5EF4-FFF2-40B4-BE49-F238E27FC236}">
                <a16:creationId xmlns:a16="http://schemas.microsoft.com/office/drawing/2014/main" id="{7B933ACA-654C-46B1-907F-E8D7566E4F3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1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chemeClr val="bg1">
                <a:lumMod val="75000"/>
              </a:schemeClr>
            </a:outerShdw>
          </a:effec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2199" b="1" i="0" baseline="0" dirty="0"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  <a:sym typeface="Gadugi" panose="020B0502040204020203" pitchFamily="34" charset="0"/>
            </a:endParaRPr>
          </a:p>
        </p:txBody>
      </p:sp>
      <p:sp>
        <p:nvSpPr>
          <p:cNvPr id="14" name="Espaço Reservado para Número de Slide 2">
            <a:extLst>
              <a:ext uri="{FF2B5EF4-FFF2-40B4-BE49-F238E27FC236}">
                <a16:creationId xmlns:a16="http://schemas.microsoft.com/office/drawing/2014/main" id="{C35AEF52-7791-4271-9F3B-3FB0AA7F2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5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FCEB7CF-E0AE-4A57-9AD7-5A17E6B9B5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1434" y="2133651"/>
            <a:ext cx="11840184" cy="36004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pt-BR" dirty="0"/>
              <a:t>Primeiro nível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62D4BA3-4F5F-40D9-B3A7-01BE0F27F03A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71387" y="810056"/>
            <a:ext cx="11829600" cy="545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4652" tIns="52327" rIns="104652" bIns="52327" numCol="1" anchor="t" anchorCtr="0" compatLnSpc="1">
            <a:prstTxWarp prst="textNoShape">
              <a:avLst/>
            </a:prstTxWarp>
          </a:bodyPr>
          <a:lstStyle>
            <a:lvl1pPr rtl="0">
              <a:defRPr sz="1400" b="1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/>
              <a:t>Subtítulo</a:t>
            </a:r>
          </a:p>
        </p:txBody>
      </p:sp>
      <p:sp>
        <p:nvSpPr>
          <p:cNvPr id="8" name="Espaço Reservado para Texto 11">
            <a:extLst>
              <a:ext uri="{FF2B5EF4-FFF2-40B4-BE49-F238E27FC236}">
                <a16:creationId xmlns:a16="http://schemas.microsoft.com/office/drawing/2014/main" id="{41A55978-A386-44B9-B277-C7BDAFCBCE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388" y="52945"/>
            <a:ext cx="11829600" cy="684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4652" tIns="52327" rIns="104652" bIns="52327" numCol="1" anchor="t" anchorCtr="0" compatLnSpc="1">
            <a:prstTxWarp prst="textNoShape">
              <a:avLst/>
            </a:prstTxWarp>
          </a:bodyPr>
          <a:lstStyle>
            <a:lvl1pPr marL="0" indent="0" rtl="0">
              <a:buNone/>
              <a:defRPr lang="pt-BR" sz="1998" b="1" strike="noStrike" smtClean="0">
                <a:solidFill>
                  <a:schemeClr val="tx1"/>
                </a:solidFill>
              </a:defRPr>
            </a:lvl1pPr>
            <a:lvl2pPr>
              <a:defRPr lang="pt-BR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179316" lvl="0" indent="-179316">
              <a:spcBef>
                <a:spcPct val="0"/>
              </a:spcBef>
            </a:pPr>
            <a:r>
              <a:rPr lang="pt-BR" dirty="0"/>
              <a:t>Título</a:t>
            </a:r>
          </a:p>
          <a:p>
            <a:pPr marL="179316" lvl="0" indent="-179316">
              <a:spcBef>
                <a:spcPct val="0"/>
              </a:spcBef>
            </a:pPr>
            <a:r>
              <a:rPr lang="pt-BR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5690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. Préd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431E9737-F792-473F-8334-992F57F3BEC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78659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3" imgW="421" imgH="420" progId="TCLayout.ActiveDocument.1">
                  <p:embed/>
                </p:oleObj>
              </mc:Choice>
              <mc:Fallback>
                <p:oleObj name="Slide do thinkcell" r:id="rId3" imgW="421" imgH="420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431E9737-F792-473F-8334-992F57F3BE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810F96FD-AE0F-4F9A-AB6C-61C256203AA1}"/>
              </a:ext>
            </a:extLst>
          </p:cNvPr>
          <p:cNvSpPr/>
          <p:nvPr userDrawn="1"/>
        </p:nvSpPr>
        <p:spPr>
          <a:xfrm>
            <a:off x="1" y="0"/>
            <a:ext cx="6150886" cy="6859588"/>
          </a:xfrm>
          <a:prstGeom prst="rect">
            <a:avLst/>
          </a:prstGeom>
          <a:solidFill>
            <a:srgbClr val="154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799" dirty="0"/>
          </a:p>
        </p:txBody>
      </p:sp>
      <p:pic>
        <p:nvPicPr>
          <p:cNvPr id="5" name="Imagem 4" descr="Uma imagem contendo edifício, céu, ao ar livre&#10;&#10;Descrição gerada automaticamente">
            <a:extLst>
              <a:ext uri="{FF2B5EF4-FFF2-40B4-BE49-F238E27FC236}">
                <a16:creationId xmlns:a16="http://schemas.microsoft.com/office/drawing/2014/main" id="{257FBFDA-7716-4E58-976C-058EBEBEB26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087" y="0"/>
            <a:ext cx="6061089" cy="6859588"/>
          </a:xfrm>
          <a:prstGeom prst="rect">
            <a:avLst/>
          </a:prstGeom>
        </p:spPr>
      </p:pic>
      <p:sp>
        <p:nvSpPr>
          <p:cNvPr id="6" name="Rectangle 11">
            <a:extLst>
              <a:ext uri="{FF2B5EF4-FFF2-40B4-BE49-F238E27FC236}">
                <a16:creationId xmlns:a16="http://schemas.microsoft.com/office/drawing/2014/main" id="{E8A36B9A-E1B6-4B7F-AA67-51A4147274D4}"/>
              </a:ext>
            </a:extLst>
          </p:cNvPr>
          <p:cNvSpPr/>
          <p:nvPr userDrawn="1"/>
        </p:nvSpPr>
        <p:spPr>
          <a:xfrm>
            <a:off x="6078310" y="640"/>
            <a:ext cx="6116866" cy="6859588"/>
          </a:xfrm>
          <a:prstGeom prst="rect">
            <a:avLst/>
          </a:prstGeom>
          <a:solidFill>
            <a:srgbClr val="174C81">
              <a:alpha val="8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799" dirty="0"/>
          </a:p>
        </p:txBody>
      </p:sp>
      <p:pic>
        <p:nvPicPr>
          <p:cNvPr id="7" name="Imagem 7">
            <a:extLst>
              <a:ext uri="{FF2B5EF4-FFF2-40B4-BE49-F238E27FC236}">
                <a16:creationId xmlns:a16="http://schemas.microsoft.com/office/drawing/2014/main" id="{D3712620-F6E2-429F-B77A-128F477CDE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duotone>
              <a:prstClr val="black"/>
              <a:srgbClr val="EFFFF2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291362" y="196258"/>
            <a:ext cx="604563" cy="616480"/>
          </a:xfrm>
          <a:prstGeom prst="rect">
            <a:avLst/>
          </a:prstGeom>
        </p:spPr>
      </p:pic>
      <p:sp>
        <p:nvSpPr>
          <p:cNvPr id="8" name="Espaço Reservado para Número de Slide 2">
            <a:extLst>
              <a:ext uri="{FF2B5EF4-FFF2-40B4-BE49-F238E27FC236}">
                <a16:creationId xmlns:a16="http://schemas.microsoft.com/office/drawing/2014/main" id="{3B1D795D-ED5D-4EBC-BA07-929A9EE7E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5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5659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. Cida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3697413B-8FD1-4A3B-AC0D-2E28ED8BEEF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472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3" imgW="421" imgH="420" progId="TCLayout.ActiveDocument.1">
                  <p:embed/>
                </p:oleObj>
              </mc:Choice>
              <mc:Fallback>
                <p:oleObj name="Slide do thinkcell" r:id="rId3" imgW="421" imgH="420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3697413B-8FD1-4A3B-AC0D-2E28ED8BEE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DB09CF38-1000-4403-8629-B20C394000A6}"/>
              </a:ext>
            </a:extLst>
          </p:cNvPr>
          <p:cNvSpPr/>
          <p:nvPr userDrawn="1"/>
        </p:nvSpPr>
        <p:spPr>
          <a:xfrm>
            <a:off x="1" y="0"/>
            <a:ext cx="6150886" cy="6859588"/>
          </a:xfrm>
          <a:prstGeom prst="rect">
            <a:avLst/>
          </a:prstGeom>
          <a:solidFill>
            <a:srgbClr val="154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799" dirty="0"/>
          </a:p>
        </p:txBody>
      </p:sp>
      <p:pic>
        <p:nvPicPr>
          <p:cNvPr id="5" name="Imagem 7">
            <a:extLst>
              <a:ext uri="{FF2B5EF4-FFF2-40B4-BE49-F238E27FC236}">
                <a16:creationId xmlns:a16="http://schemas.microsoft.com/office/drawing/2014/main" id="{4D4B2FC6-10E1-4924-9ED6-FE4D745D84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prstClr val="black"/>
              <a:srgbClr val="EFFFF2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291362" y="196258"/>
            <a:ext cx="604563" cy="616480"/>
          </a:xfrm>
          <a:prstGeom prst="rect">
            <a:avLst/>
          </a:prstGeom>
        </p:spPr>
      </p:pic>
      <p:pic>
        <p:nvPicPr>
          <p:cNvPr id="6" name="Imagem 5" descr="Uma imagem contendo ao ar livre, céu&#10;&#10;Descrição gerada automaticamente">
            <a:extLst>
              <a:ext uri="{FF2B5EF4-FFF2-40B4-BE49-F238E27FC236}">
                <a16:creationId xmlns:a16="http://schemas.microsoft.com/office/drawing/2014/main" id="{D485AFAB-83C5-4046-B5E0-615F4FCEF5B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163" y="0"/>
            <a:ext cx="6045012" cy="6859588"/>
          </a:xfrm>
          <a:prstGeom prst="rect">
            <a:avLst/>
          </a:prstGeom>
        </p:spPr>
      </p:pic>
      <p:sp>
        <p:nvSpPr>
          <p:cNvPr id="7" name="Rectangle 11">
            <a:extLst>
              <a:ext uri="{FF2B5EF4-FFF2-40B4-BE49-F238E27FC236}">
                <a16:creationId xmlns:a16="http://schemas.microsoft.com/office/drawing/2014/main" id="{63EDC59E-E54E-4E50-894C-65DAC027F017}"/>
              </a:ext>
            </a:extLst>
          </p:cNvPr>
          <p:cNvSpPr/>
          <p:nvPr userDrawn="1"/>
        </p:nvSpPr>
        <p:spPr>
          <a:xfrm>
            <a:off x="6078310" y="640"/>
            <a:ext cx="6116866" cy="6859588"/>
          </a:xfrm>
          <a:prstGeom prst="rect">
            <a:avLst/>
          </a:prstGeom>
          <a:solidFill>
            <a:srgbClr val="174C81">
              <a:alpha val="8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799" dirty="0"/>
          </a:p>
        </p:txBody>
      </p:sp>
      <p:sp>
        <p:nvSpPr>
          <p:cNvPr id="8" name="Espaço Reservado para Número de Slide 2">
            <a:extLst>
              <a:ext uri="{FF2B5EF4-FFF2-40B4-BE49-F238E27FC236}">
                <a16:creationId xmlns:a16="http://schemas.microsoft.com/office/drawing/2014/main" id="{5B58A8E3-1F33-4E3B-B0A1-4B4A676B0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5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1848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.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22E4627C-8518-4DD9-A81C-0961FB43E8CB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66800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3" imgW="421" imgH="420" progId="TCLayout.ActiveDocument.1">
                  <p:embed/>
                </p:oleObj>
              </mc:Choice>
              <mc:Fallback>
                <p:oleObj name="Slide do thinkcell" r:id="rId3" imgW="421" imgH="420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22E4627C-8518-4DD9-A81C-0961FB43E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0240BECC-87EB-4A4E-9D1D-CA08A82C9DE3}"/>
              </a:ext>
            </a:extLst>
          </p:cNvPr>
          <p:cNvSpPr/>
          <p:nvPr userDrawn="1"/>
        </p:nvSpPr>
        <p:spPr>
          <a:xfrm>
            <a:off x="1" y="0"/>
            <a:ext cx="6150886" cy="6859588"/>
          </a:xfrm>
          <a:prstGeom prst="rect">
            <a:avLst/>
          </a:prstGeom>
          <a:solidFill>
            <a:srgbClr val="154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799" dirty="0"/>
          </a:p>
        </p:txBody>
      </p:sp>
      <p:pic>
        <p:nvPicPr>
          <p:cNvPr id="5" name="Imagem 7">
            <a:extLst>
              <a:ext uri="{FF2B5EF4-FFF2-40B4-BE49-F238E27FC236}">
                <a16:creationId xmlns:a16="http://schemas.microsoft.com/office/drawing/2014/main" id="{400940F3-533B-45C2-B3AB-A3B3434F54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prstClr val="black"/>
              <a:srgbClr val="EFFFF2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291362" y="196258"/>
            <a:ext cx="604563" cy="616480"/>
          </a:xfrm>
          <a:prstGeom prst="rect">
            <a:avLst/>
          </a:prstGeom>
        </p:spPr>
      </p:pic>
      <p:pic>
        <p:nvPicPr>
          <p:cNvPr id="6" name="Imagem 5" descr="Uma imagem contendo pessoa, interior&#10;&#10;Descrição gerada automaticamente">
            <a:extLst>
              <a:ext uri="{FF2B5EF4-FFF2-40B4-BE49-F238E27FC236}">
                <a16:creationId xmlns:a16="http://schemas.microsoft.com/office/drawing/2014/main" id="{AAC1F646-9382-4578-B3E8-4A1EAD08ADB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163" y="0"/>
            <a:ext cx="6045012" cy="6859588"/>
          </a:xfrm>
          <a:prstGeom prst="rect">
            <a:avLst/>
          </a:prstGeom>
        </p:spPr>
      </p:pic>
      <p:sp>
        <p:nvSpPr>
          <p:cNvPr id="7" name="Rectangle 11">
            <a:extLst>
              <a:ext uri="{FF2B5EF4-FFF2-40B4-BE49-F238E27FC236}">
                <a16:creationId xmlns:a16="http://schemas.microsoft.com/office/drawing/2014/main" id="{44483744-9DDC-4D4D-AF30-07034C9C6899}"/>
              </a:ext>
            </a:extLst>
          </p:cNvPr>
          <p:cNvSpPr/>
          <p:nvPr userDrawn="1"/>
        </p:nvSpPr>
        <p:spPr>
          <a:xfrm>
            <a:off x="6078310" y="640"/>
            <a:ext cx="6116866" cy="6859588"/>
          </a:xfrm>
          <a:prstGeom prst="rect">
            <a:avLst/>
          </a:prstGeom>
          <a:solidFill>
            <a:srgbClr val="174C81">
              <a:alpha val="8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799" dirty="0"/>
          </a:p>
        </p:txBody>
      </p:sp>
      <p:sp>
        <p:nvSpPr>
          <p:cNvPr id="8" name="Espaço Reservado para Número de Slide 2">
            <a:extLst>
              <a:ext uri="{FF2B5EF4-FFF2-40B4-BE49-F238E27FC236}">
                <a16:creationId xmlns:a16="http://schemas.microsoft.com/office/drawing/2014/main" id="{B2A7AA7D-B443-4D52-A5E9-16F1A350F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5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6855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. Organog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7E646CAF-5688-4390-BD60-1551B0AEF4DD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9793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3" imgW="421" imgH="420" progId="TCLayout.ActiveDocument.1">
                  <p:embed/>
                </p:oleObj>
              </mc:Choice>
              <mc:Fallback>
                <p:oleObj name="Slide do thinkcell" r:id="rId3" imgW="421" imgH="420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7E646CAF-5688-4390-BD60-1551B0AEF4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A075547-421D-4D18-AE36-0AEE9A1DDE44}"/>
              </a:ext>
            </a:extLst>
          </p:cNvPr>
          <p:cNvSpPr/>
          <p:nvPr userDrawn="1"/>
        </p:nvSpPr>
        <p:spPr>
          <a:xfrm>
            <a:off x="1" y="0"/>
            <a:ext cx="6150886" cy="6859588"/>
          </a:xfrm>
          <a:prstGeom prst="rect">
            <a:avLst/>
          </a:prstGeom>
          <a:solidFill>
            <a:srgbClr val="154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799" dirty="0"/>
          </a:p>
        </p:txBody>
      </p:sp>
      <p:pic>
        <p:nvPicPr>
          <p:cNvPr id="5" name="Imagem 7">
            <a:extLst>
              <a:ext uri="{FF2B5EF4-FFF2-40B4-BE49-F238E27FC236}">
                <a16:creationId xmlns:a16="http://schemas.microsoft.com/office/drawing/2014/main" id="{76E41FAB-4AFE-49EB-B4EF-AA8C2977BB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prstClr val="black"/>
              <a:srgbClr val="EFFFF2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291362" y="196258"/>
            <a:ext cx="604563" cy="616480"/>
          </a:xfrm>
          <a:prstGeom prst="rect">
            <a:avLst/>
          </a:prstGeom>
        </p:spPr>
      </p:pic>
      <p:pic>
        <p:nvPicPr>
          <p:cNvPr id="6" name="Imagem 5" descr="Uma imagem contendo texto&#10;&#10;Descrição gerada automaticamente">
            <a:extLst>
              <a:ext uri="{FF2B5EF4-FFF2-40B4-BE49-F238E27FC236}">
                <a16:creationId xmlns:a16="http://schemas.microsoft.com/office/drawing/2014/main" id="{25383C12-9C65-4899-920A-8C4202FF0AD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163" y="0"/>
            <a:ext cx="6045012" cy="6859588"/>
          </a:xfrm>
          <a:prstGeom prst="rect">
            <a:avLst/>
          </a:prstGeom>
        </p:spPr>
      </p:pic>
      <p:sp>
        <p:nvSpPr>
          <p:cNvPr id="7" name="Rectangle 11">
            <a:extLst>
              <a:ext uri="{FF2B5EF4-FFF2-40B4-BE49-F238E27FC236}">
                <a16:creationId xmlns:a16="http://schemas.microsoft.com/office/drawing/2014/main" id="{37FA75D5-91EC-4660-8DD7-2D18281CE5E4}"/>
              </a:ext>
            </a:extLst>
          </p:cNvPr>
          <p:cNvSpPr/>
          <p:nvPr userDrawn="1"/>
        </p:nvSpPr>
        <p:spPr>
          <a:xfrm>
            <a:off x="6078310" y="640"/>
            <a:ext cx="6116866" cy="6859588"/>
          </a:xfrm>
          <a:prstGeom prst="rect">
            <a:avLst/>
          </a:prstGeom>
          <a:solidFill>
            <a:srgbClr val="174C81">
              <a:alpha val="8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799" dirty="0"/>
          </a:p>
        </p:txBody>
      </p:sp>
      <p:sp>
        <p:nvSpPr>
          <p:cNvPr id="8" name="Espaço Reservado para Número de Slide 2">
            <a:extLst>
              <a:ext uri="{FF2B5EF4-FFF2-40B4-BE49-F238E27FC236}">
                <a16:creationId xmlns:a16="http://schemas.microsoft.com/office/drawing/2014/main" id="{1120CAA6-3599-434A-9D54-091540F70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5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4360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. Logíst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B8995ED9-1039-4D4B-8449-260A2AF5376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727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3" imgW="421" imgH="420" progId="TCLayout.ActiveDocument.1">
                  <p:embed/>
                </p:oleObj>
              </mc:Choice>
              <mc:Fallback>
                <p:oleObj name="Slide do thinkcell" r:id="rId3" imgW="421" imgH="420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B8995ED9-1039-4D4B-8449-260A2AF53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D4F959D4-9BC4-4DB8-8E8E-834EEE31286B}"/>
              </a:ext>
            </a:extLst>
          </p:cNvPr>
          <p:cNvSpPr/>
          <p:nvPr userDrawn="1"/>
        </p:nvSpPr>
        <p:spPr>
          <a:xfrm>
            <a:off x="1" y="0"/>
            <a:ext cx="6150886" cy="6859588"/>
          </a:xfrm>
          <a:prstGeom prst="rect">
            <a:avLst/>
          </a:prstGeom>
          <a:solidFill>
            <a:srgbClr val="154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799" dirty="0"/>
          </a:p>
        </p:txBody>
      </p:sp>
      <p:pic>
        <p:nvPicPr>
          <p:cNvPr id="5" name="Imagem 7">
            <a:extLst>
              <a:ext uri="{FF2B5EF4-FFF2-40B4-BE49-F238E27FC236}">
                <a16:creationId xmlns:a16="http://schemas.microsoft.com/office/drawing/2014/main" id="{0740E5B9-CF63-4ED1-AD2C-BD5378D1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prstClr val="black"/>
              <a:srgbClr val="EFFFF2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291362" y="196258"/>
            <a:ext cx="604563" cy="616480"/>
          </a:xfrm>
          <a:prstGeom prst="rect">
            <a:avLst/>
          </a:prstGeom>
        </p:spPr>
      </p:pic>
      <p:pic>
        <p:nvPicPr>
          <p:cNvPr id="6" name="Imagem 5" descr="Uma imagem contendo céu, ao ar livre, edifício, carro&#10;&#10;Descrição gerada automaticamente">
            <a:extLst>
              <a:ext uri="{FF2B5EF4-FFF2-40B4-BE49-F238E27FC236}">
                <a16:creationId xmlns:a16="http://schemas.microsoft.com/office/drawing/2014/main" id="{A86EA90B-C82C-496C-97F1-6E2084A8BC2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163" y="0"/>
            <a:ext cx="6045012" cy="6859588"/>
          </a:xfrm>
          <a:prstGeom prst="rect">
            <a:avLst/>
          </a:prstGeom>
        </p:spPr>
      </p:pic>
      <p:sp>
        <p:nvSpPr>
          <p:cNvPr id="7" name="Rectangle 11">
            <a:extLst>
              <a:ext uri="{FF2B5EF4-FFF2-40B4-BE49-F238E27FC236}">
                <a16:creationId xmlns:a16="http://schemas.microsoft.com/office/drawing/2014/main" id="{E352C897-8803-4E85-911E-F8D6932E3760}"/>
              </a:ext>
            </a:extLst>
          </p:cNvPr>
          <p:cNvSpPr/>
          <p:nvPr userDrawn="1"/>
        </p:nvSpPr>
        <p:spPr>
          <a:xfrm>
            <a:off x="6078310" y="640"/>
            <a:ext cx="6116866" cy="6859588"/>
          </a:xfrm>
          <a:prstGeom prst="rect">
            <a:avLst/>
          </a:prstGeom>
          <a:solidFill>
            <a:srgbClr val="174C81">
              <a:alpha val="8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799" dirty="0"/>
          </a:p>
        </p:txBody>
      </p:sp>
      <p:sp>
        <p:nvSpPr>
          <p:cNvPr id="8" name="Espaço Reservado para Número de Slide 2">
            <a:extLst>
              <a:ext uri="{FF2B5EF4-FFF2-40B4-BE49-F238E27FC236}">
                <a16:creationId xmlns:a16="http://schemas.microsoft.com/office/drawing/2014/main" id="{9CB78BEC-1662-4BEA-951A-E8E8FA7F3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5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1876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drã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488744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4" imgW="270" imgH="270" progId="TCLayout.ActiveDocument.1">
                  <p:embed/>
                </p:oleObj>
              </mc:Choice>
              <mc:Fallback>
                <p:oleObj name="Slide do think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 hidden="1">
            <a:extLst>
              <a:ext uri="{FF2B5EF4-FFF2-40B4-BE49-F238E27FC236}">
                <a16:creationId xmlns:a16="http://schemas.microsoft.com/office/drawing/2014/main" id="{7B933ACA-654C-46B1-907F-E8D7566E4F3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1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chemeClr val="bg1">
                <a:lumMod val="75000"/>
              </a:schemeClr>
            </a:outerShdw>
          </a:effec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2199" b="1" i="0" baseline="0" dirty="0"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  <a:sym typeface="Gadugi" panose="020B0502040204020203" pitchFamily="34" charset="0"/>
            </a:endParaRPr>
          </a:p>
        </p:txBody>
      </p:sp>
      <p:sp>
        <p:nvSpPr>
          <p:cNvPr id="14" name="Espaço Reservado para Número de Slide 2">
            <a:extLst>
              <a:ext uri="{FF2B5EF4-FFF2-40B4-BE49-F238E27FC236}">
                <a16:creationId xmlns:a16="http://schemas.microsoft.com/office/drawing/2014/main" id="{C35AEF52-7791-4271-9F3B-3FB0AA7F2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5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7D7E017-47E1-425E-A216-37E2E11290F0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71389" y="810056"/>
            <a:ext cx="11831149" cy="545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4652" tIns="52327" rIns="104652" bIns="52327" numCol="1" anchor="t" anchorCtr="0" compatLnSpc="1">
            <a:prstTxWarp prst="textNoShape">
              <a:avLst/>
            </a:prstTxWarp>
          </a:bodyPr>
          <a:lstStyle>
            <a:lvl1pPr rtl="0">
              <a:defRPr sz="1400" b="1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/>
              <a:t>Subtítulo</a:t>
            </a:r>
          </a:p>
        </p:txBody>
      </p:sp>
      <p:sp>
        <p:nvSpPr>
          <p:cNvPr id="10" name="Espaço Reservado para Texto 11">
            <a:extLst>
              <a:ext uri="{FF2B5EF4-FFF2-40B4-BE49-F238E27FC236}">
                <a16:creationId xmlns:a16="http://schemas.microsoft.com/office/drawing/2014/main" id="{C6750944-B71D-44C3-BF1E-6D116B5C3F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389" y="52945"/>
            <a:ext cx="11830854" cy="684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4652" tIns="52327" rIns="104652" bIns="52327" numCol="1" anchor="t" anchorCtr="0" compatLnSpc="1">
            <a:prstTxWarp prst="textNoShape">
              <a:avLst/>
            </a:prstTxWarp>
          </a:bodyPr>
          <a:lstStyle>
            <a:lvl1pPr marL="0" indent="0" rtl="0">
              <a:buNone/>
              <a:defRPr lang="pt-BR" sz="1998" b="1" strike="noStrike" smtClean="0">
                <a:solidFill>
                  <a:schemeClr val="tx1"/>
                </a:solidFill>
              </a:defRPr>
            </a:lvl1pPr>
            <a:lvl2pPr>
              <a:defRPr lang="pt-BR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179316" lvl="0" indent="-179316">
              <a:spcBef>
                <a:spcPct val="0"/>
              </a:spcBef>
            </a:pPr>
            <a:r>
              <a:rPr lang="pt-BR" dirty="0"/>
              <a:t>Título</a:t>
            </a:r>
          </a:p>
          <a:p>
            <a:pPr marL="179316" lvl="0" indent="-179316">
              <a:spcBef>
                <a:spcPct val="0"/>
              </a:spcBef>
            </a:pPr>
            <a:r>
              <a:rPr lang="pt-BR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518837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8880347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4" imgW="270" imgH="270" progId="TCLayout.ActiveDocument.1">
                  <p:embed/>
                </p:oleObj>
              </mc:Choice>
              <mc:Fallback>
                <p:oleObj name="Slide do think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Espaço Reservado para Número de Slide 2">
            <a:extLst>
              <a:ext uri="{FF2B5EF4-FFF2-40B4-BE49-F238E27FC236}">
                <a16:creationId xmlns:a16="http://schemas.microsoft.com/office/drawing/2014/main" id="{0361EA9A-ADEF-4124-B8AA-FDE2CC9E8B7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11171094" y="6660622"/>
            <a:ext cx="1022128" cy="204835"/>
          </a:xfrm>
          <a:prstGeom prst="rect">
            <a:avLst/>
          </a:prstGeom>
        </p:spPr>
        <p:txBody>
          <a:bodyPr/>
          <a:lstStyle>
            <a:lvl1pPr algn="r" rtl="0"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1680572-BE67-4532-86C6-BBC7C65AE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1433" y="57118"/>
            <a:ext cx="11149478" cy="720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4652" tIns="52327" rIns="104652" bIns="52327" numCol="1" anchor="t" anchorCtr="0" compatLnSpc="1">
            <a:prstTxWarp prst="textNoShape">
              <a:avLst/>
            </a:prstTxWarp>
          </a:bodyPr>
          <a:lstStyle>
            <a:lvl1pPr rtl="0">
              <a:defRPr sz="20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pPr lvl="0"/>
            <a:r>
              <a:rPr lang="pt-BR" dirty="0"/>
              <a:t>CLIQUE PARA EDITAR O ESTILO DO TÍTULO MESTRE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83CACEE-1AFF-4766-8700-784CF3A7E7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11457577" y="134761"/>
            <a:ext cx="554040" cy="56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6320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drã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8461899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4" imgW="270" imgH="270" progId="TCLayout.ActiveDocument.1">
                  <p:embed/>
                </p:oleObj>
              </mc:Choice>
              <mc:Fallback>
                <p:oleObj name="Slide do think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 hidden="1">
            <a:extLst>
              <a:ext uri="{FF2B5EF4-FFF2-40B4-BE49-F238E27FC236}">
                <a16:creationId xmlns:a16="http://schemas.microsoft.com/office/drawing/2014/main" id="{7B933ACA-654C-46B1-907F-E8D7566E4F3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1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chemeClr val="bg1">
                <a:lumMod val="75000"/>
              </a:schemeClr>
            </a:outerShdw>
          </a:effec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2199" b="1" i="0" baseline="0" dirty="0"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  <a:sym typeface="Gadugi" panose="020B0502040204020203" pitchFamily="34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E213BA9-E253-4368-8DA9-0EFA2631C5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11457577" y="134761"/>
            <a:ext cx="554040" cy="564961"/>
          </a:xfrm>
          <a:prstGeom prst="rect">
            <a:avLst/>
          </a:prstGeom>
        </p:spPr>
      </p:pic>
      <p:sp>
        <p:nvSpPr>
          <p:cNvPr id="14" name="Espaço Reservado para Número de Slide 2">
            <a:extLst>
              <a:ext uri="{FF2B5EF4-FFF2-40B4-BE49-F238E27FC236}">
                <a16:creationId xmlns:a16="http://schemas.microsoft.com/office/drawing/2014/main" id="{C35AEF52-7791-4271-9F3B-3FB0AA7F2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5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787B63E-F10F-440F-AB9D-E6CA6985F88A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71433" y="57118"/>
            <a:ext cx="11149478" cy="720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4652" tIns="52327" rIns="104652" bIns="52327" numCol="1" anchor="t" anchorCtr="0" compatLnSpc="1">
            <a:prstTxWarp prst="textNoShape">
              <a:avLst/>
            </a:prstTxWarp>
          </a:bodyPr>
          <a:lstStyle>
            <a:lvl1pPr rtl="0">
              <a:defRPr sz="20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774381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drã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0132893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4" imgW="270" imgH="270" progId="TCLayout.ActiveDocument.1">
                  <p:embed/>
                </p:oleObj>
              </mc:Choice>
              <mc:Fallback>
                <p:oleObj name="Slide do think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 hidden="1">
            <a:extLst>
              <a:ext uri="{FF2B5EF4-FFF2-40B4-BE49-F238E27FC236}">
                <a16:creationId xmlns:a16="http://schemas.microsoft.com/office/drawing/2014/main" id="{7B933ACA-654C-46B1-907F-E8D7566E4F3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1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chemeClr val="bg1">
                <a:lumMod val="75000"/>
              </a:schemeClr>
            </a:outerShdw>
          </a:effec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2199" b="1" i="0" baseline="0" dirty="0"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  <a:sym typeface="Gadugi" panose="020B0502040204020203" pitchFamily="34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E213BA9-E253-4368-8DA9-0EFA2631C5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11457577" y="134761"/>
            <a:ext cx="554040" cy="564961"/>
          </a:xfrm>
          <a:prstGeom prst="rect">
            <a:avLst/>
          </a:prstGeom>
        </p:spPr>
      </p:pic>
      <p:sp>
        <p:nvSpPr>
          <p:cNvPr id="14" name="Espaço Reservado para Número de Slide 2">
            <a:extLst>
              <a:ext uri="{FF2B5EF4-FFF2-40B4-BE49-F238E27FC236}">
                <a16:creationId xmlns:a16="http://schemas.microsoft.com/office/drawing/2014/main" id="{C35AEF52-7791-4271-9F3B-3FB0AA7F2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5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787B63E-F10F-440F-AB9D-E6CA6985F88A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71433" y="57118"/>
            <a:ext cx="11149478" cy="720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4652" tIns="52327" rIns="104652" bIns="52327" numCol="1" anchor="t" anchorCtr="0" compatLnSpc="1">
            <a:prstTxWarp prst="textNoShape">
              <a:avLst/>
            </a:prstTxWarp>
          </a:bodyPr>
          <a:lstStyle>
            <a:lvl1pPr rtl="0">
              <a:defRPr sz="20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03588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adrã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284843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4" imgW="270" imgH="270" progId="TCLayout.ActiveDocument.1">
                  <p:embed/>
                </p:oleObj>
              </mc:Choice>
              <mc:Fallback>
                <p:oleObj name="Slide do think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 hidden="1">
            <a:extLst>
              <a:ext uri="{FF2B5EF4-FFF2-40B4-BE49-F238E27FC236}">
                <a16:creationId xmlns:a16="http://schemas.microsoft.com/office/drawing/2014/main" id="{7B933ACA-654C-46B1-907F-E8D7566E4F3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1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chemeClr val="bg1">
                <a:lumMod val="75000"/>
              </a:schemeClr>
            </a:outerShdw>
          </a:effec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2199" b="1" i="0" baseline="0" dirty="0"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  <a:sym typeface="Gadugi" panose="020B0502040204020203" pitchFamily="34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E213BA9-E253-4368-8DA9-0EFA2631C5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11457577" y="134761"/>
            <a:ext cx="554040" cy="564961"/>
          </a:xfrm>
          <a:prstGeom prst="rect">
            <a:avLst/>
          </a:prstGeom>
        </p:spPr>
      </p:pic>
      <p:sp>
        <p:nvSpPr>
          <p:cNvPr id="14" name="Espaço Reservado para Número de Slide 2">
            <a:extLst>
              <a:ext uri="{FF2B5EF4-FFF2-40B4-BE49-F238E27FC236}">
                <a16:creationId xmlns:a16="http://schemas.microsoft.com/office/drawing/2014/main" id="{C35AEF52-7791-4271-9F3B-3FB0AA7F2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5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787B63E-F10F-440F-AB9D-E6CA6985F88A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71433" y="57118"/>
            <a:ext cx="11149478" cy="720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4652" tIns="52327" rIns="104652" bIns="52327" numCol="1" anchor="t" anchorCtr="0" compatLnSpc="1">
            <a:prstTxWarp prst="textNoShape">
              <a:avLst/>
            </a:prstTxWarp>
          </a:bodyPr>
          <a:lstStyle>
            <a:lvl1pPr rtl="0">
              <a:defRPr sz="20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3070977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adrã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8977036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4" imgW="270" imgH="270" progId="TCLayout.ActiveDocument.1">
                  <p:embed/>
                </p:oleObj>
              </mc:Choice>
              <mc:Fallback>
                <p:oleObj name="Slide do think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 hidden="1">
            <a:extLst>
              <a:ext uri="{FF2B5EF4-FFF2-40B4-BE49-F238E27FC236}">
                <a16:creationId xmlns:a16="http://schemas.microsoft.com/office/drawing/2014/main" id="{7B933ACA-654C-46B1-907F-E8D7566E4F3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1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chemeClr val="bg1">
                <a:lumMod val="75000"/>
              </a:schemeClr>
            </a:outerShdw>
          </a:effec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2199" b="1" i="0" baseline="0" dirty="0"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  <a:sym typeface="Gadugi" panose="020B0502040204020203" pitchFamily="34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E213BA9-E253-4368-8DA9-0EFA2631C5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11457577" y="134761"/>
            <a:ext cx="554040" cy="564961"/>
          </a:xfrm>
          <a:prstGeom prst="rect">
            <a:avLst/>
          </a:prstGeom>
        </p:spPr>
      </p:pic>
      <p:sp>
        <p:nvSpPr>
          <p:cNvPr id="14" name="Espaço Reservado para Número de Slide 2">
            <a:extLst>
              <a:ext uri="{FF2B5EF4-FFF2-40B4-BE49-F238E27FC236}">
                <a16:creationId xmlns:a16="http://schemas.microsoft.com/office/drawing/2014/main" id="{C35AEF52-7791-4271-9F3B-3FB0AA7F2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5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787B63E-F10F-440F-AB9D-E6CA6985F88A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71433" y="57118"/>
            <a:ext cx="11149478" cy="720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4652" tIns="52327" rIns="104652" bIns="52327" numCol="1" anchor="t" anchorCtr="0" compatLnSpc="1">
            <a:prstTxWarp prst="textNoShape">
              <a:avLst/>
            </a:prstTxWarp>
          </a:bodyPr>
          <a:lstStyle>
            <a:lvl1pPr rtl="0">
              <a:defRPr sz="20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8721154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adrã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7938609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4" imgW="270" imgH="270" progId="TCLayout.ActiveDocument.1">
                  <p:embed/>
                </p:oleObj>
              </mc:Choice>
              <mc:Fallback>
                <p:oleObj name="Slide do think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 hidden="1">
            <a:extLst>
              <a:ext uri="{FF2B5EF4-FFF2-40B4-BE49-F238E27FC236}">
                <a16:creationId xmlns:a16="http://schemas.microsoft.com/office/drawing/2014/main" id="{7B933ACA-654C-46B1-907F-E8D7566E4F3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1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chemeClr val="bg1">
                <a:lumMod val="75000"/>
              </a:schemeClr>
            </a:outerShdw>
          </a:effec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2199" b="1" i="0" baseline="0" dirty="0"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  <a:sym typeface="Gadugi" panose="020B0502040204020203" pitchFamily="34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E213BA9-E253-4368-8DA9-0EFA2631C5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11457577" y="134761"/>
            <a:ext cx="554040" cy="564961"/>
          </a:xfrm>
          <a:prstGeom prst="rect">
            <a:avLst/>
          </a:prstGeom>
        </p:spPr>
      </p:pic>
      <p:sp>
        <p:nvSpPr>
          <p:cNvPr id="14" name="Espaço Reservado para Número de Slide 2">
            <a:extLst>
              <a:ext uri="{FF2B5EF4-FFF2-40B4-BE49-F238E27FC236}">
                <a16:creationId xmlns:a16="http://schemas.microsoft.com/office/drawing/2014/main" id="{C35AEF52-7791-4271-9F3B-3FB0AA7F2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5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787B63E-F10F-440F-AB9D-E6CA6985F88A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71433" y="57118"/>
            <a:ext cx="11149478" cy="720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4652" tIns="52327" rIns="104652" bIns="52327" numCol="1" anchor="t" anchorCtr="0" compatLnSpc="1">
            <a:prstTxWarp prst="textNoShape">
              <a:avLst/>
            </a:prstTxWarp>
          </a:bodyPr>
          <a:lstStyle>
            <a:lvl1pPr rtl="0">
              <a:defRPr sz="20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6941362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adrã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1287564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4" imgW="270" imgH="270" progId="TCLayout.ActiveDocument.1">
                  <p:embed/>
                </p:oleObj>
              </mc:Choice>
              <mc:Fallback>
                <p:oleObj name="Slide do think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 hidden="1">
            <a:extLst>
              <a:ext uri="{FF2B5EF4-FFF2-40B4-BE49-F238E27FC236}">
                <a16:creationId xmlns:a16="http://schemas.microsoft.com/office/drawing/2014/main" id="{7B933ACA-654C-46B1-907F-E8D7566E4F3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1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chemeClr val="bg1">
                <a:lumMod val="75000"/>
              </a:schemeClr>
            </a:outerShdw>
          </a:effec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2199" b="1" i="0" baseline="0" dirty="0"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  <a:sym typeface="Gadugi" panose="020B0502040204020203" pitchFamily="34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E213BA9-E253-4368-8DA9-0EFA2631C5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11457577" y="134761"/>
            <a:ext cx="554040" cy="564961"/>
          </a:xfrm>
          <a:prstGeom prst="rect">
            <a:avLst/>
          </a:prstGeom>
        </p:spPr>
      </p:pic>
      <p:sp>
        <p:nvSpPr>
          <p:cNvPr id="14" name="Espaço Reservado para Número de Slide 2">
            <a:extLst>
              <a:ext uri="{FF2B5EF4-FFF2-40B4-BE49-F238E27FC236}">
                <a16:creationId xmlns:a16="http://schemas.microsoft.com/office/drawing/2014/main" id="{C35AEF52-7791-4271-9F3B-3FB0AA7F2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5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787B63E-F10F-440F-AB9D-E6CA6985F88A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71433" y="57118"/>
            <a:ext cx="11149478" cy="720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4652" tIns="52327" rIns="104652" bIns="52327" numCol="1" anchor="t" anchorCtr="0" compatLnSpc="1">
            <a:prstTxWarp prst="textNoShape">
              <a:avLst/>
            </a:prstTxWarp>
          </a:bodyPr>
          <a:lstStyle>
            <a:lvl1pPr rtl="0">
              <a:defRPr sz="20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689853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012786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4" imgW="270" imgH="270" progId="TCLayout.ActiveDocument.1">
                  <p:embed/>
                </p:oleObj>
              </mc:Choice>
              <mc:Fallback>
                <p:oleObj name="Slide do think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 hidden="1">
            <a:extLst>
              <a:ext uri="{FF2B5EF4-FFF2-40B4-BE49-F238E27FC236}">
                <a16:creationId xmlns:a16="http://schemas.microsoft.com/office/drawing/2014/main" id="{49D7F7D8-121D-4521-9A08-F7C3CB97B79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chemeClr val="bg1">
                <a:lumMod val="75000"/>
              </a:schemeClr>
            </a:outerShdw>
          </a:effec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3000" b="0" i="0" baseline="0" dirty="0"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  <a:sym typeface="Gadugi" panose="020B0502040204020203" pitchFamily="34" charset="0"/>
            </a:endParaRP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25691" y="4654213"/>
            <a:ext cx="9751129" cy="864296"/>
          </a:xfrm>
        </p:spPr>
        <p:txBody>
          <a:bodyPr/>
          <a:lstStyle>
            <a:lvl1pPr marL="0" indent="0" algn="ctr" rtl="0">
              <a:buFontTx/>
              <a:buNone/>
              <a:defRPr sz="18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itchFamily="34" charset="0"/>
              </a:defRPr>
            </a:lvl1pPr>
          </a:lstStyle>
          <a:p>
            <a:pPr lvl="0"/>
            <a:r>
              <a:rPr lang="pt-BR" noProof="0" dirty="0"/>
              <a:t>Clique para editar o estilo do subtítulo mestre</a:t>
            </a:r>
          </a:p>
        </p:txBody>
      </p:sp>
      <p:sp>
        <p:nvSpPr>
          <p:cNvPr id="17" name="Rectangle 3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397390" y="2061325"/>
            <a:ext cx="9607730" cy="1224419"/>
          </a:xfrm>
        </p:spPr>
        <p:txBody>
          <a:bodyPr vert="horz" rIns="91440"/>
          <a:lstStyle>
            <a:lvl1pPr algn="ctr" rtl="0">
              <a:defRPr sz="3000" b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itchFamily="34" charset="0"/>
              </a:defRPr>
            </a:lvl1pPr>
          </a:lstStyle>
          <a:p>
            <a:pPr lvl="0"/>
            <a:r>
              <a:rPr lang="pt-BR" noProof="0" dirty="0"/>
              <a:t>CLIQUE PARA EDITAR O ESTILO DO TÍTULO MESTRE</a:t>
            </a: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1606562" y="5848367"/>
            <a:ext cx="9189386" cy="521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4652" tIns="52327" rIns="104652" bIns="52327">
            <a:spAutoFit/>
          </a:bodyPr>
          <a:lstStyle/>
          <a:p>
            <a:pPr defTabSz="866089" rtl="0" eaLnBrk="0" hangingPunct="0"/>
            <a:r>
              <a:rPr lang="pt-BR" sz="900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itchFamily="34" charset="0"/>
              </a:rPr>
              <a:t>Este relatório foi utilizado como material de apoio a uma apresentação oral e, portanto, não representa registro completo do que foi abordado na referida apresentação. </a:t>
            </a:r>
          </a:p>
          <a:p>
            <a:pPr defTabSz="866089" rtl="0" eaLnBrk="0" hangingPunct="0"/>
            <a:r>
              <a:rPr lang="pt-BR" sz="900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itchFamily="34" charset="0"/>
              </a:rPr>
              <a:t>É para uso exclusivo do cliente, sendo que nenhuma de suas partes pode ser reproduzida para distribuição fora da organização sem prévio consentimento por escrito da</a:t>
            </a:r>
          </a:p>
          <a:p>
            <a:pPr defTabSz="866089" rtl="0" eaLnBrk="0" hangingPunct="0"/>
            <a:r>
              <a:rPr lang="pt-BR" sz="900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itchFamily="34" charset="0"/>
              </a:rPr>
              <a:t>Gradus Consultoria de Gestão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03C1C8C-7769-4615-9585-70403146B27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500" y="136579"/>
            <a:ext cx="1946275" cy="58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1690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423126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6" imgW="270" imgH="270" progId="TCLayout.ActiveDocument.1">
                  <p:embed/>
                </p:oleObj>
              </mc:Choice>
              <mc:Fallback>
                <p:oleObj name="Slide do thinkcell" r:id="rId6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 hidden="1">
            <a:extLst>
              <a:ext uri="{FF2B5EF4-FFF2-40B4-BE49-F238E27FC236}">
                <a16:creationId xmlns:a16="http://schemas.microsoft.com/office/drawing/2014/main" id="{7B933ACA-654C-46B1-907F-E8D7566E4F3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chemeClr val="bg1">
                <a:lumMod val="75000"/>
              </a:schemeClr>
            </a:outerShdw>
          </a:effec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2200" b="1" i="0" baseline="0" dirty="0"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  <a:sym typeface="Gadugi" panose="020B0502040204020203" pitchFamily="34" charset="0"/>
            </a:endParaRPr>
          </a:p>
        </p:txBody>
      </p:sp>
      <p:sp>
        <p:nvSpPr>
          <p:cNvPr id="19" name="Rectangle 4"/>
          <p:cNvSpPr>
            <a:spLocks noGrp="1" noChangeArrowheads="1"/>
          </p:cNvSpPr>
          <p:nvPr>
            <p:ph idx="1" hasCustomPrompt="1"/>
            <p:custDataLst>
              <p:tags r:id="rId3"/>
            </p:custDataLst>
          </p:nvPr>
        </p:nvSpPr>
        <p:spPr bwMode="auto">
          <a:xfrm>
            <a:off x="159324" y="1701202"/>
            <a:ext cx="11877702" cy="4420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4652" tIns="52327" rIns="104652" bIns="52327" numCol="1" anchor="t" anchorCtr="0" compatLnSpc="1">
            <a:prstTxWarp prst="textNoShape">
              <a:avLst/>
            </a:prstTxWarp>
          </a:bodyPr>
          <a:lstStyle>
            <a:lvl1pPr rtl="0">
              <a:defRPr/>
            </a:lvl1pPr>
            <a:lvl2pPr rtl="0">
              <a:tabLst/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pt-BR" dirty="0"/>
              <a:t>Primeiro nível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7" name="Espaço Reservado para Número de Slide 2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11171094" y="6660622"/>
            <a:ext cx="1022128" cy="204835"/>
          </a:xfrm>
          <a:prstGeom prst="rect">
            <a:avLst/>
          </a:prstGeom>
        </p:spPr>
        <p:txBody>
          <a:bodyPr/>
          <a:lstStyle>
            <a:lvl1pPr algn="r" rtl="0"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559B0CE-2BA1-4719-8E5A-6075E5D219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1433" y="57118"/>
            <a:ext cx="11149478" cy="720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4652" tIns="52327" rIns="104652" bIns="52327" numCol="1" anchor="t" anchorCtr="0" compatLnSpc="1">
            <a:prstTxWarp prst="textNoShape">
              <a:avLst/>
            </a:prstTxWarp>
          </a:bodyPr>
          <a:lstStyle>
            <a:lvl1pPr rtl="0">
              <a:defRPr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pPr lvl="0"/>
            <a:r>
              <a:rPr lang="pt-BR" dirty="0"/>
              <a:t>CLIQUE PARA EDITAR O ESTILO DO TÍTULO MESTRE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0F8C02C-B66F-40D0-B033-6EE1BBDB2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11457577" y="134761"/>
            <a:ext cx="554040" cy="56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3886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adrão Título+Caix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581691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4" imgW="270" imgH="270" progId="TCLayout.ActiveDocument.1">
                  <p:embed/>
                </p:oleObj>
              </mc:Choice>
              <mc:Fallback>
                <p:oleObj name="Slide do think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 hidden="1">
            <a:extLst>
              <a:ext uri="{FF2B5EF4-FFF2-40B4-BE49-F238E27FC236}">
                <a16:creationId xmlns:a16="http://schemas.microsoft.com/office/drawing/2014/main" id="{7B933ACA-654C-46B1-907F-E8D7566E4F3E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chemeClr val="bg1">
                <a:lumMod val="75000"/>
              </a:schemeClr>
            </a:outerShdw>
          </a:effec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2200" b="1" i="0" baseline="0" dirty="0"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  <a:sym typeface="Gadugi" panose="020B0502040204020203" pitchFamily="34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E213BA9-E253-4368-8DA9-0EFA2631C5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3" t="9993" r="44949" b="67079"/>
          <a:stretch/>
        </p:blipFill>
        <p:spPr>
          <a:xfrm>
            <a:off x="11457577" y="134761"/>
            <a:ext cx="554040" cy="564961"/>
          </a:xfrm>
          <a:prstGeom prst="rect">
            <a:avLst/>
          </a:prstGeom>
        </p:spPr>
      </p:pic>
      <p:sp>
        <p:nvSpPr>
          <p:cNvPr id="14" name="Espaço Reservado para Número de Slide 2">
            <a:extLst>
              <a:ext uri="{FF2B5EF4-FFF2-40B4-BE49-F238E27FC236}">
                <a16:creationId xmlns:a16="http://schemas.microsoft.com/office/drawing/2014/main" id="{C35AEF52-7791-4271-9F3B-3FB0AA7F2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3634" y="6600388"/>
            <a:ext cx="1021541" cy="259200"/>
          </a:xfrm>
          <a:prstGeom prst="rect">
            <a:avLst/>
          </a:prstGeom>
        </p:spPr>
        <p:txBody>
          <a:bodyPr lIns="0" tIns="0" rIns="104400" bIns="0" anchor="ctr" anchorCtr="0"/>
          <a:lstStyle>
            <a:lvl1pPr algn="r" rtl="0">
              <a:defRPr sz="800" b="0">
                <a:solidFill>
                  <a:srgbClr val="002060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fld id="{2D3EA719-4623-4994-969C-660BFB6EAE70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FCEB7CF-E0AE-4A57-9AD7-5A17E6B9B5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1433" y="1368425"/>
            <a:ext cx="11840184" cy="4365625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pt-BR" dirty="0"/>
              <a:t>Primeiro nível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8AE81E4-1792-478F-8B29-BA20BEB9F24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71433" y="57118"/>
            <a:ext cx="11149478" cy="720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4652" tIns="52327" rIns="104652" bIns="52327" numCol="1" anchor="t" anchorCtr="0" compatLnSpc="1">
            <a:prstTxWarp prst="textNoShape">
              <a:avLst/>
            </a:prstTxWarp>
          </a:bodyPr>
          <a:lstStyle>
            <a:lvl1pPr rtl="0">
              <a:defRPr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64449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1.xml"/><Relationship Id="rId21" Type="http://schemas.openxmlformats.org/officeDocument/2006/relationships/tags" Target="../tags/tag15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tags" Target="../tags/tag14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oleObject" Target="../embeddings/oleObject10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716418438"/>
              </p:ext>
            </p:extLst>
          </p:nvPr>
        </p:nvGraphicFramePr>
        <p:xfrm>
          <a:off x="0" y="0"/>
          <a:ext cx="195435" cy="1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12" imgW="270" imgH="270" progId="TCLayout.ActiveDocument.1">
                  <p:embed/>
                </p:oleObj>
              </mc:Choice>
              <mc:Fallback>
                <p:oleObj name="Slide do thinkcell" r:id="rId12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95435" cy="158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tângulo 7">
            <a:extLst>
              <a:ext uri="{FF2B5EF4-FFF2-40B4-BE49-F238E27FC236}">
                <a16:creationId xmlns:a16="http://schemas.microsoft.com/office/drawing/2014/main" id="{EEE9B0C2-2B9A-4B0D-B5CD-B9EFF03775E4}"/>
              </a:ext>
            </a:extLst>
          </p:cNvPr>
          <p:cNvSpPr/>
          <p:nvPr userDrawn="1"/>
        </p:nvSpPr>
        <p:spPr bwMode="auto">
          <a:xfrm>
            <a:off x="0" y="756949"/>
            <a:ext cx="12193200" cy="50400"/>
          </a:xfrm>
          <a:prstGeom prst="rect">
            <a:avLst/>
          </a:prstGeom>
          <a:solidFill>
            <a:schemeClr val="tx1"/>
          </a:solidFill>
          <a:ln w="3175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rtl="0"/>
            <a:endParaRPr lang="pt-BR" sz="1200" b="1" dirty="0">
              <a:latin typeface="+mj-lt"/>
            </a:endParaRPr>
          </a:p>
        </p:txBody>
      </p:sp>
      <p:sp>
        <p:nvSpPr>
          <p:cNvPr id="2" name="Retângulo 1" hidden="1">
            <a:extLst>
              <a:ext uri="{FF2B5EF4-FFF2-40B4-BE49-F238E27FC236}">
                <a16:creationId xmlns:a16="http://schemas.microsoft.com/office/drawing/2014/main" id="{71ED9930-B596-45CD-843F-C023B376A541}"/>
              </a:ext>
            </a:extLst>
          </p:cNvPr>
          <p:cNvSpPr/>
          <p:nvPr userDrawn="1">
            <p:custDataLst>
              <p:tags r:id="rId11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chemeClr val="bg1">
                <a:lumMod val="75000"/>
              </a:schemeClr>
            </a:outerShdw>
          </a:effec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2200" b="1" i="0" baseline="0" dirty="0"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  <a:sym typeface="Gadugi" panose="020B0502040204020203" pitchFamily="34" charset="0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A9A94A5-E444-4AD9-9497-7AA0F3F80268}"/>
              </a:ext>
            </a:extLst>
          </p:cNvPr>
          <p:cNvCxnSpPr>
            <a:cxnSpLocks/>
          </p:cNvCxnSpPr>
          <p:nvPr userDrawn="1"/>
        </p:nvCxnSpPr>
        <p:spPr>
          <a:xfrm>
            <a:off x="-2" y="6598146"/>
            <a:ext cx="12195177" cy="0"/>
          </a:xfrm>
          <a:prstGeom prst="line">
            <a:avLst/>
          </a:prstGeom>
          <a:ln w="254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C66F2D5F-95D7-44F9-A902-0A61FA5ACB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9" t="28051" r="5875" b="23797"/>
          <a:stretch/>
        </p:blipFill>
        <p:spPr>
          <a:xfrm>
            <a:off x="10462804" y="6644754"/>
            <a:ext cx="991046" cy="19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651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56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61" r:id="rId8"/>
  </p:sldLayoutIdLst>
  <p:hf hdr="0" ftr="0" dt="0"/>
  <p:txStyles>
    <p:titleStyle>
      <a:lvl1pPr algn="l" defTabSz="1039307" rtl="0" eaLnBrk="1" latinLnBrk="0" hangingPunct="1">
        <a:spcBef>
          <a:spcPct val="0"/>
        </a:spcBef>
        <a:buNone/>
        <a:defRPr sz="2200" b="1" strike="noStrike" kern="1200">
          <a:solidFill>
            <a:schemeClr val="accent6"/>
          </a:solidFill>
          <a:latin typeface="Gadugi" panose="020B0502040204020203" pitchFamily="34" charset="0"/>
          <a:ea typeface="Gadugi" panose="020B0502040204020203" pitchFamily="34" charset="0"/>
          <a:cs typeface="Arial" pitchFamily="34" charset="0"/>
        </a:defRPr>
      </a:lvl1pPr>
    </p:titleStyle>
    <p:bodyStyle>
      <a:lvl1pPr marL="179388" indent="-179388" algn="l" defTabSz="1039307" rtl="0" eaLnBrk="1" latinLnBrk="0" hangingPunct="1">
        <a:spcBef>
          <a:spcPts val="0"/>
        </a:spcBef>
        <a:buFont typeface="Arial" pitchFamily="34" charset="0"/>
        <a:buChar char="•"/>
        <a:defRPr sz="1600" i="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Arial" pitchFamily="34" charset="0"/>
        </a:defRPr>
      </a:lvl1pPr>
      <a:lvl2pPr marL="717550" indent="-177800" algn="l" defTabSz="1039307" rtl="0" eaLnBrk="1" latinLnBrk="0" hangingPunct="1">
        <a:spcBef>
          <a:spcPts val="0"/>
        </a:spcBef>
        <a:buFont typeface="Arial" pitchFamily="34" charset="0"/>
        <a:buChar char="–"/>
        <a:tabLst/>
        <a:defRPr sz="1600" i="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Arial" pitchFamily="34" charset="0"/>
        </a:defRPr>
      </a:lvl2pPr>
      <a:lvl3pPr marL="1255713" indent="-177800" algn="l" defTabSz="1039307" rtl="0" eaLnBrk="1" latinLnBrk="0" hangingPunct="1">
        <a:spcBef>
          <a:spcPts val="0"/>
        </a:spcBef>
        <a:buFont typeface="Arial" pitchFamily="34" charset="0"/>
        <a:buChar char="•"/>
        <a:tabLst/>
        <a:defRPr sz="1600" i="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Arial" pitchFamily="34" charset="0"/>
        </a:defRPr>
      </a:lvl3pPr>
      <a:lvl4pPr marL="1793875" indent="-176213" algn="l" defTabSz="1039307" rtl="0" eaLnBrk="1" latinLnBrk="0" hangingPunct="1">
        <a:spcBef>
          <a:spcPts val="0"/>
        </a:spcBef>
        <a:buFont typeface="Arial" pitchFamily="34" charset="0"/>
        <a:buChar char="∙"/>
        <a:defRPr sz="1600" i="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Arial" pitchFamily="34" charset="0"/>
        </a:defRPr>
      </a:lvl4pPr>
      <a:lvl5pPr marL="2338388" indent="-180975" algn="l" defTabSz="1039307" rtl="0" eaLnBrk="1" latinLnBrk="0" hangingPunct="1">
        <a:spcBef>
          <a:spcPts val="0"/>
        </a:spcBef>
        <a:buFont typeface="Arial" pitchFamily="34" charset="0"/>
        <a:buChar char="»"/>
        <a:defRPr sz="160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+mn-cs"/>
        </a:defRPr>
      </a:lvl5pPr>
      <a:lvl6pPr marL="2858094" indent="-259827" algn="l" defTabSz="1039307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77748" indent="-259827" algn="l" defTabSz="1039307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97401" indent="-259827" algn="l" defTabSz="1039307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17055" indent="-259827" algn="l" defTabSz="1039307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393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9654" algn="l" defTabSz="10393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9307" algn="l" defTabSz="10393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58961" algn="l" defTabSz="10393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78614" algn="l" defTabSz="10393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98268" algn="l" defTabSz="10393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117921" algn="l" defTabSz="10393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37575" algn="l" defTabSz="10393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57228" algn="l" defTabSz="10393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940496275"/>
              </p:ext>
            </p:extLst>
          </p:nvPr>
        </p:nvGraphicFramePr>
        <p:xfrm>
          <a:off x="1" y="1"/>
          <a:ext cx="195435" cy="1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22" imgW="270" imgH="270" progId="TCLayout.ActiveDocument.1">
                  <p:embed/>
                </p:oleObj>
              </mc:Choice>
              <mc:Fallback>
                <p:oleObj name="Slide do thinkcell" r:id="rId22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" y="1"/>
                        <a:ext cx="195435" cy="158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tângulo 7">
            <a:extLst>
              <a:ext uri="{FF2B5EF4-FFF2-40B4-BE49-F238E27FC236}">
                <a16:creationId xmlns:a16="http://schemas.microsoft.com/office/drawing/2014/main" id="{EEE9B0C2-2B9A-4B0D-B5CD-B9EFF03775E4}"/>
              </a:ext>
            </a:extLst>
          </p:cNvPr>
          <p:cNvSpPr/>
          <p:nvPr userDrawn="1"/>
        </p:nvSpPr>
        <p:spPr bwMode="auto">
          <a:xfrm>
            <a:off x="0" y="756949"/>
            <a:ext cx="12193200" cy="50400"/>
          </a:xfrm>
          <a:prstGeom prst="rect">
            <a:avLst/>
          </a:prstGeom>
          <a:solidFill>
            <a:schemeClr val="tx1"/>
          </a:solidFill>
          <a:ln w="3175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rtl="0"/>
            <a:endParaRPr lang="pt-BR" sz="1200" b="1" dirty="0">
              <a:latin typeface="+mj-lt"/>
            </a:endParaRPr>
          </a:p>
        </p:txBody>
      </p:sp>
      <p:sp>
        <p:nvSpPr>
          <p:cNvPr id="2" name="Retângulo 1" hidden="1">
            <a:extLst>
              <a:ext uri="{FF2B5EF4-FFF2-40B4-BE49-F238E27FC236}">
                <a16:creationId xmlns:a16="http://schemas.microsoft.com/office/drawing/2014/main" id="{71ED9930-B596-45CD-843F-C023B376A541}"/>
              </a:ext>
            </a:extLst>
          </p:cNvPr>
          <p:cNvSpPr/>
          <p:nvPr userDrawn="1">
            <p:custDataLst>
              <p:tags r:id="rId21"/>
            </p:custDataLst>
          </p:nvPr>
        </p:nvSpPr>
        <p:spPr bwMode="auto">
          <a:xfrm>
            <a:off x="1" y="0"/>
            <a:ext cx="158750" cy="1587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chemeClr val="bg1">
                <a:lumMod val="75000"/>
              </a:schemeClr>
            </a:outerShdw>
          </a:effec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2199" b="1" i="0" baseline="0" dirty="0"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  <a:sym typeface="Gadugi" panose="020B0502040204020203" pitchFamily="34" charset="0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A9A94A5-E444-4AD9-9497-7AA0F3F80268}"/>
              </a:ext>
            </a:extLst>
          </p:cNvPr>
          <p:cNvCxnSpPr>
            <a:cxnSpLocks/>
          </p:cNvCxnSpPr>
          <p:nvPr userDrawn="1"/>
        </p:nvCxnSpPr>
        <p:spPr>
          <a:xfrm>
            <a:off x="-1" y="6598146"/>
            <a:ext cx="12195177" cy="0"/>
          </a:xfrm>
          <a:prstGeom prst="line">
            <a:avLst/>
          </a:prstGeom>
          <a:ln w="254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C66F2D5F-95D7-44F9-A902-0A61FA5ACB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9" t="28051" r="5875" b="23797"/>
          <a:stretch/>
        </p:blipFill>
        <p:spPr>
          <a:xfrm>
            <a:off x="10462804" y="6644754"/>
            <a:ext cx="991046" cy="19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34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  <p:sldLayoutId id="2147483782" r:id="rId18"/>
  </p:sldLayoutIdLst>
  <p:hf hdr="0" ftr="0" dt="0"/>
  <p:txStyles>
    <p:titleStyle>
      <a:lvl1pPr algn="l" defTabSz="1039203" rtl="0" eaLnBrk="1" latinLnBrk="0" hangingPunct="1">
        <a:spcBef>
          <a:spcPct val="0"/>
        </a:spcBef>
        <a:buNone/>
        <a:defRPr sz="2199" b="1" strike="noStrike" kern="1200">
          <a:solidFill>
            <a:schemeClr val="accent6"/>
          </a:solidFill>
          <a:latin typeface="Gadugi" panose="020B0502040204020203" pitchFamily="34" charset="0"/>
          <a:ea typeface="Gadugi" panose="020B0502040204020203" pitchFamily="34" charset="0"/>
          <a:cs typeface="Arial" pitchFamily="34" charset="0"/>
        </a:defRPr>
      </a:lvl1pPr>
    </p:titleStyle>
    <p:bodyStyle>
      <a:lvl1pPr marL="179370" indent="-179370" algn="l" defTabSz="1039203" rtl="0" eaLnBrk="1" latinLnBrk="0" hangingPunct="1">
        <a:spcBef>
          <a:spcPts val="0"/>
        </a:spcBef>
        <a:buFont typeface="Arial" pitchFamily="34" charset="0"/>
        <a:buChar char="•"/>
        <a:defRPr sz="1600" i="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Arial" pitchFamily="34" charset="0"/>
        </a:defRPr>
      </a:lvl1pPr>
      <a:lvl2pPr marL="717478" indent="-177783" algn="l" defTabSz="1039203" rtl="0" eaLnBrk="1" latinLnBrk="0" hangingPunct="1">
        <a:spcBef>
          <a:spcPts val="0"/>
        </a:spcBef>
        <a:buFont typeface="Arial" pitchFamily="34" charset="0"/>
        <a:buChar char="–"/>
        <a:tabLst/>
        <a:defRPr sz="1600" i="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Arial" pitchFamily="34" charset="0"/>
        </a:defRPr>
      </a:lvl2pPr>
      <a:lvl3pPr marL="1255587" indent="-177783" algn="l" defTabSz="1039203" rtl="0" eaLnBrk="1" latinLnBrk="0" hangingPunct="1">
        <a:spcBef>
          <a:spcPts val="0"/>
        </a:spcBef>
        <a:buFont typeface="Arial" pitchFamily="34" charset="0"/>
        <a:buChar char="•"/>
        <a:tabLst/>
        <a:defRPr sz="1600" i="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Arial" pitchFamily="34" charset="0"/>
        </a:defRPr>
      </a:lvl3pPr>
      <a:lvl4pPr marL="1793696" indent="-176195" algn="l" defTabSz="1039203" rtl="0" eaLnBrk="1" latinLnBrk="0" hangingPunct="1">
        <a:spcBef>
          <a:spcPts val="0"/>
        </a:spcBef>
        <a:buFont typeface="Arial" pitchFamily="34" charset="0"/>
        <a:buChar char="∙"/>
        <a:defRPr sz="1600" i="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Arial" pitchFamily="34" charset="0"/>
        </a:defRPr>
      </a:lvl4pPr>
      <a:lvl5pPr marL="2338154" indent="-180957" algn="l" defTabSz="1039203" rtl="0" eaLnBrk="1" latinLnBrk="0" hangingPunct="1">
        <a:spcBef>
          <a:spcPts val="0"/>
        </a:spcBef>
        <a:buFont typeface="Arial" pitchFamily="34" charset="0"/>
        <a:buChar char="»"/>
        <a:defRPr sz="160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+mn-cs"/>
        </a:defRPr>
      </a:lvl5pPr>
      <a:lvl6pPr marL="2857808" indent="-259801" algn="l" defTabSz="1039203" rtl="0" eaLnBrk="1" latinLnBrk="0" hangingPunct="1">
        <a:spcBef>
          <a:spcPct val="20000"/>
        </a:spcBef>
        <a:buFont typeface="Arial" pitchFamily="34" charset="0"/>
        <a:buChar char="•"/>
        <a:defRPr sz="2299" kern="1200">
          <a:solidFill>
            <a:schemeClr val="tx1"/>
          </a:solidFill>
          <a:latin typeface="+mn-lt"/>
          <a:ea typeface="+mn-ea"/>
          <a:cs typeface="+mn-cs"/>
        </a:defRPr>
      </a:lvl6pPr>
      <a:lvl7pPr marL="3377410" indent="-259801" algn="l" defTabSz="1039203" rtl="0" eaLnBrk="1" latinLnBrk="0" hangingPunct="1">
        <a:spcBef>
          <a:spcPct val="20000"/>
        </a:spcBef>
        <a:buFont typeface="Arial" pitchFamily="34" charset="0"/>
        <a:buChar char="•"/>
        <a:defRPr sz="2299" kern="1200">
          <a:solidFill>
            <a:schemeClr val="tx1"/>
          </a:solidFill>
          <a:latin typeface="+mn-lt"/>
          <a:ea typeface="+mn-ea"/>
          <a:cs typeface="+mn-cs"/>
        </a:defRPr>
      </a:lvl7pPr>
      <a:lvl8pPr marL="3897011" indent="-259801" algn="l" defTabSz="1039203" rtl="0" eaLnBrk="1" latinLnBrk="0" hangingPunct="1">
        <a:spcBef>
          <a:spcPct val="20000"/>
        </a:spcBef>
        <a:buFont typeface="Arial" pitchFamily="34" charset="0"/>
        <a:buChar char="•"/>
        <a:defRPr sz="2299" kern="1200">
          <a:solidFill>
            <a:schemeClr val="tx1"/>
          </a:solidFill>
          <a:latin typeface="+mn-lt"/>
          <a:ea typeface="+mn-ea"/>
          <a:cs typeface="+mn-cs"/>
        </a:defRPr>
      </a:lvl8pPr>
      <a:lvl9pPr marL="4416613" indent="-259801" algn="l" defTabSz="1039203" rtl="0" eaLnBrk="1" latinLnBrk="0" hangingPunct="1">
        <a:spcBef>
          <a:spcPct val="20000"/>
        </a:spcBef>
        <a:buFont typeface="Arial" pitchFamily="34" charset="0"/>
        <a:buChar char="•"/>
        <a:defRPr sz="22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39203" rtl="0" eaLnBrk="1" latinLnBrk="0" hangingPunct="1">
        <a:defRPr sz="1999" kern="1200">
          <a:solidFill>
            <a:schemeClr val="tx1"/>
          </a:solidFill>
          <a:latin typeface="+mn-lt"/>
          <a:ea typeface="+mn-ea"/>
          <a:cs typeface="+mn-cs"/>
        </a:defRPr>
      </a:lvl1pPr>
      <a:lvl2pPr marL="519602" algn="l" defTabSz="1039203" rtl="0" eaLnBrk="1" latinLnBrk="0" hangingPunct="1">
        <a:defRPr sz="1999" kern="1200">
          <a:solidFill>
            <a:schemeClr val="tx1"/>
          </a:solidFill>
          <a:latin typeface="+mn-lt"/>
          <a:ea typeface="+mn-ea"/>
          <a:cs typeface="+mn-cs"/>
        </a:defRPr>
      </a:lvl2pPr>
      <a:lvl3pPr marL="1039203" algn="l" defTabSz="1039203" rtl="0" eaLnBrk="1" latinLnBrk="0" hangingPunct="1"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58805" algn="l" defTabSz="1039203" rtl="0" eaLnBrk="1" latinLnBrk="0" hangingPunct="1">
        <a:defRPr sz="1999" kern="1200">
          <a:solidFill>
            <a:schemeClr val="tx1"/>
          </a:solidFill>
          <a:latin typeface="+mn-lt"/>
          <a:ea typeface="+mn-ea"/>
          <a:cs typeface="+mn-cs"/>
        </a:defRPr>
      </a:lvl4pPr>
      <a:lvl5pPr marL="2078406" algn="l" defTabSz="1039203" rtl="0" eaLnBrk="1" latinLnBrk="0" hangingPunct="1">
        <a:defRPr sz="1999" kern="1200">
          <a:solidFill>
            <a:schemeClr val="tx1"/>
          </a:solidFill>
          <a:latin typeface="+mn-lt"/>
          <a:ea typeface="+mn-ea"/>
          <a:cs typeface="+mn-cs"/>
        </a:defRPr>
      </a:lvl5pPr>
      <a:lvl6pPr marL="2598008" algn="l" defTabSz="1039203" rtl="0" eaLnBrk="1" latinLnBrk="0" hangingPunct="1"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3117609" algn="l" defTabSz="1039203" rtl="0" eaLnBrk="1" latinLnBrk="0" hangingPunct="1"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637211" algn="l" defTabSz="1039203" rtl="0" eaLnBrk="1" latinLnBrk="0" hangingPunct="1"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4156812" algn="l" defTabSz="1039203" rtl="0" eaLnBrk="1" latinLnBrk="0" hangingPunct="1"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51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0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52.xml"/><Relationship Id="rId6" Type="http://schemas.openxmlformats.org/officeDocument/2006/relationships/chart" Target="../charts/chart1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53.xml"/><Relationship Id="rId6" Type="http://schemas.openxmlformats.org/officeDocument/2006/relationships/chart" Target="../charts/chart2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2.bin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cell data - do not delete" hidden="1">
            <a:extLst>
              <a:ext uri="{FF2B5EF4-FFF2-40B4-BE49-F238E27FC236}">
                <a16:creationId xmlns:a16="http://schemas.microsoft.com/office/drawing/2014/main" id="{43A3C6DE-DDD1-D9A7-4B3E-EC616B63B4B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41942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4" imgW="395" imgH="394" progId="TCLayout.ActiveDocument.1">
                  <p:embed/>
                </p:oleObj>
              </mc:Choice>
              <mc:Fallback>
                <p:oleObj name="Slide do thinkcell" r:id="rId4" imgW="395" imgH="394" progId="TCLayout.ActiveDocument.1">
                  <p:embed/>
                  <p:pic>
                    <p:nvPicPr>
                      <p:cNvPr id="11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3A3C6DE-DDD1-D9A7-4B3E-EC616B63B4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" y="54864"/>
            <a:ext cx="11155680" cy="722376"/>
          </a:xfrm>
        </p:spPr>
        <p:txBody>
          <a:bodyPr vert="horz" rIns="104652"/>
          <a:lstStyle/>
          <a:p>
            <a:r>
              <a:rPr lang="pt-BR" sz="1650" b="1" noProof="0" dirty="0">
                <a:solidFill>
                  <a:srgbClr val="002060"/>
                </a:solidFill>
                <a:latin typeface="Gadugi"/>
              </a:rPr>
              <a:t>Sem Não Gerenciável e Multas, a Santo Antônio Energia economiza R$ 7,0 MM (–3,5%) até set, mas a tendência fecha o ano R$ 5,1 MM (+1,9%) acima do orçamento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" y="786384"/>
            <a:ext cx="11795760" cy="4139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200" b="1" i="0" noProof="0" dirty="0">
                <a:solidFill>
                  <a:srgbClr val="002060"/>
                </a:solidFill>
                <a:latin typeface="Gadugi"/>
              </a:rPr>
              <a:t>SANTO ANTÔNIO ENERGIA | RESULTADOS POR PACOTE – ORÇADO X REALIZADO</a:t>
            </a:r>
          </a:p>
          <a:p>
            <a:pPr algn="l">
              <a:spcAft>
                <a:spcPts val="300"/>
              </a:spcAft>
            </a:pPr>
            <a:r>
              <a:rPr lang="pt-BR" sz="1000" b="1" i="0" noProof="0" dirty="0">
                <a:solidFill>
                  <a:srgbClr val="002060"/>
                </a:solidFill>
                <a:latin typeface="Gadugi"/>
              </a:rPr>
              <a:t>R$ Mil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44680"/>
            <a:ext cx="10515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800" b="0" i="0" noProof="0" dirty="0">
                <a:solidFill>
                  <a:srgbClr val="595959"/>
                </a:solidFill>
                <a:latin typeface="Gadugi"/>
              </a:rPr>
              <a:t>Fonte:  Sistema Matrix – Relatórios Orç x Real x Tend 26 e Explicações e Planos de Ação, extraídos em 06/10/2026; IBGE – IPCA 12 meses (4,22% até ago/26, último divulgado)</a:t>
            </a:r>
          </a:p>
        </p:txBody>
      </p:sp>
      <p:sp>
        <p:nvSpPr>
          <p:cNvPr id="5" name="Rectangle 4"/>
          <p:cNvSpPr/>
          <p:nvPr/>
        </p:nvSpPr>
        <p:spPr>
          <a:xfrm>
            <a:off x="2502534" y="1325880"/>
            <a:ext cx="2229696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pt-BR" sz="1000" b="1" noProof="0" dirty="0">
                <a:solidFill>
                  <a:srgbClr val="FFFFFF"/>
                </a:solidFill>
                <a:latin typeface="Gadugi"/>
              </a:rPr>
              <a:t>Mensal (Set/26)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3670" y="1325880"/>
            <a:ext cx="2308650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pt-BR" sz="1000" b="1" noProof="0" dirty="0">
                <a:solidFill>
                  <a:srgbClr val="FFFFFF"/>
                </a:solidFill>
                <a:latin typeface="Gadugi"/>
              </a:rPr>
              <a:t>Acumulado (Jan/26 a Set/26)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325880"/>
            <a:ext cx="2308650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pt-BR" sz="1000" b="1" noProof="0" dirty="0">
                <a:solidFill>
                  <a:srgbClr val="FFFFFF"/>
                </a:solidFill>
                <a:latin typeface="Gadugi"/>
              </a:rPr>
              <a:t>YTG (Out/26 a Dez/26)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9532410" y="1325880"/>
            <a:ext cx="2308650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pt-BR" sz="1000" b="1" noProof="0" dirty="0">
                <a:solidFill>
                  <a:srgbClr val="FFFFFF"/>
                </a:solidFill>
                <a:latin typeface="Gadugi"/>
              </a:rPr>
              <a:t>Tendência (Jan/26 a Dez/26)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220425"/>
              </p:ext>
            </p:extLst>
          </p:nvPr>
        </p:nvGraphicFramePr>
        <p:xfrm>
          <a:off x="365760" y="1755648"/>
          <a:ext cx="11475720" cy="395020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62000">
                <a:tc>
                  <a:txBody>
                    <a:bodyPr/>
                    <a:lstStyle/>
                    <a:p>
                      <a:pPr algn="l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Pacote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Orçado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Realizado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Desvio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Orçado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Realizado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Desvio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Orçado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Tendência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Desvio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Orçado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Tendência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Desvio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Logística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915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887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963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5.660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4.697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85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860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774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1.048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6.519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5.471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Não Recorrente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75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-75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3.377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3.377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75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3.377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3.302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Manutenção Operacional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8.937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8.693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-244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62.394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58.593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-3.801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27.557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32.252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4.696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89.951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90.845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894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Imóveis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917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727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-190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7.285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7.338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53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2.418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2.888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470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9.703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10.226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523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Custos Capt. Financeira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77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77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26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102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102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TI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2.891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3.484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592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12.778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13.237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459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5.761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5.302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-458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18.539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18.540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Segurança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428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408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-20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3.526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3.235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-291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1.166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1.386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220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4.692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4.621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-71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Marketing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180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150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-30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1.815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1.192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-623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824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1.347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523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2.640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2.540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-100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Meio Ambiente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788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655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-134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5.088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4.192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-895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1.693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2.396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703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6.781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6.589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-192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Comunicação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107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112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954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706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-248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320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317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1.274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1.024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-250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Viagens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234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106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-128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2.012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1.185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-827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643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924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281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2.655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2.108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-546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7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Consultoria e Serv. Legais/Fin.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2.628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3.976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1.348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25.286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22.928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-2.359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8.805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10.223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1.419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34.091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33.151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-940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Pessoal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8.868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8.480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-388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77.351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74.198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-3.153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26.630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26.737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107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103.981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100.934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-3.046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9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 algn="l" rtl="0"/>
                      <a:r>
                        <a:rPr lang="pt-BR" sz="10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Total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26.005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27.714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1.708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199.525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192.539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-6.987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75.902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88.036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12.135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0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275.427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280.575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0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5.148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909540"/>
            <a:ext cx="11338560" cy="5728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850" b="1" i="1" noProof="0" dirty="0">
                <a:solidFill>
                  <a:srgbClr val="595959"/>
                </a:solidFill>
                <a:latin typeface="Gadugi"/>
              </a:rPr>
              <a:t>Não inclui os pacotes Não Gerenciável e Multas, Condenações e Demais Perdas (e o N1 Não gerenciável), em todos os anos: acumulado de R$ 94.256 mil orçados e R$ 152.171 mil realizados; YTG de R$ 62.798 mil orçados e R$ 83.269 mil de tendência; ano de R$ 157.055 mil orçados e R$ 235.440 mil de tendência.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" y="54864"/>
            <a:ext cx="11155680" cy="722376"/>
          </a:xfrm>
        </p:spPr>
        <p:txBody>
          <a:bodyPr vert="horz" rIns="104652"/>
          <a:lstStyle/>
          <a:p>
            <a:r>
              <a:rPr lang="pt-BR" sz="1650" b="1" noProof="0" dirty="0">
                <a:solidFill>
                  <a:srgbClr val="002060"/>
                </a:solidFill>
                <a:latin typeface="Gadugi"/>
              </a:rPr>
              <a:t>COO responde por 84% da economia acumulada; VGS (+R$ 6,0 MM) e VGR (+R$ 1,8 MM) são as vice-presidências que fecham o ano acima do orçamento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" y="786384"/>
            <a:ext cx="11795760" cy="4139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200" b="1" i="0" noProof="0" dirty="0">
                <a:solidFill>
                  <a:srgbClr val="002060"/>
                </a:solidFill>
                <a:latin typeface="Gadugi"/>
              </a:rPr>
              <a:t>SANTO ANTÔNIO ENERGIA | RESULTADOS POR VICE-PRESIDÊNCIA (N3) – ORÇADO X REALIZADO</a:t>
            </a:r>
          </a:p>
          <a:p>
            <a:pPr algn="l">
              <a:spcAft>
                <a:spcPts val="300"/>
              </a:spcAft>
            </a:pPr>
            <a:r>
              <a:rPr lang="pt-BR" sz="1000" b="1" i="0" noProof="0" dirty="0">
                <a:solidFill>
                  <a:srgbClr val="002060"/>
                </a:solidFill>
                <a:latin typeface="Gadugi"/>
              </a:rPr>
              <a:t>R$ Mil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44680"/>
            <a:ext cx="10515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800" b="0" i="0" noProof="0" dirty="0">
                <a:solidFill>
                  <a:srgbClr val="595959"/>
                </a:solidFill>
                <a:latin typeface="Gadugi"/>
              </a:rPr>
              <a:t>Fonte:  Sistema Matrix – Relatórios Orç x Real x Tend 26 e Explicações e Planos de Ação, extraídos em 06/10/2026; IBGE – IPCA 12 meses (4,22% até ago/26, último divulgado)</a:t>
            </a:r>
          </a:p>
        </p:txBody>
      </p:sp>
      <p:sp>
        <p:nvSpPr>
          <p:cNvPr id="5" name="Rectangle 4"/>
          <p:cNvSpPr/>
          <p:nvPr/>
        </p:nvSpPr>
        <p:spPr>
          <a:xfrm>
            <a:off x="2502534" y="1325880"/>
            <a:ext cx="2229696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pt-BR" sz="1000" b="1" noProof="0" dirty="0">
                <a:solidFill>
                  <a:srgbClr val="FFFFFF"/>
                </a:solidFill>
                <a:latin typeface="Gadugi"/>
              </a:rPr>
              <a:t>Mensal (Set/26)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3670" y="1325880"/>
            <a:ext cx="2308650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pt-BR" sz="1000" b="1" noProof="0" dirty="0">
                <a:solidFill>
                  <a:srgbClr val="FFFFFF"/>
                </a:solidFill>
                <a:latin typeface="Gadugi"/>
              </a:rPr>
              <a:t>Acumulado (Jan/26 a Set/26)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325880"/>
            <a:ext cx="2308650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pt-BR" sz="1000" b="1" noProof="0" dirty="0">
                <a:solidFill>
                  <a:srgbClr val="FFFFFF"/>
                </a:solidFill>
                <a:latin typeface="Gadugi"/>
              </a:rPr>
              <a:t>YTG (Out/26 a Dez/26)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9532410" y="1325880"/>
            <a:ext cx="2308650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pt-BR" sz="1000" b="1" noProof="0" dirty="0">
                <a:solidFill>
                  <a:srgbClr val="FFFFFF"/>
                </a:solidFill>
                <a:latin typeface="Gadugi"/>
              </a:rPr>
              <a:t>Tendência (Jan/26 a Dez/26)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882657"/>
              </p:ext>
            </p:extLst>
          </p:nvPr>
        </p:nvGraphicFramePr>
        <p:xfrm>
          <a:off x="365760" y="1755648"/>
          <a:ext cx="11475720" cy="419709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Vice-presidência (N3)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Orçado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Realizado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Desvio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Orçado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Realizado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Desvio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Orçado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Tendência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Desvio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Orçado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Tendência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Desvio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VGS – Suprimento e Serviços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2.470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2.933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463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21.360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25.608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4.247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7.034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8.799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1.765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28.394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34.407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6.012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VGR – Governança e Sustent.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1.648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1.191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-456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12.838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10.365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-2.473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4.461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8.716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4.255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17.299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19.081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1.781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VGC – Gente, Gestão e Cultura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615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599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-16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5.856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6.078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222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1.880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2.083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204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7.735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8.161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426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VEE – Engenharia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757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1.094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337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7.986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7.760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-225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2.307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2.503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197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10.292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10.264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-28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DCO – Comunicação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181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186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1.841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1.302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-539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786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1.264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478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2.627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2.566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-61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VCM – Comercialização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92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94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794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811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16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280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99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-181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1.074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909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-165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6147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VJR – Jurídico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917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1.369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452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8.292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6.876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-1.416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3.938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4.917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979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12.230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11.793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-437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00521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VFR – Financeiro e RI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1.936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2.227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291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16.983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16.542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-440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6.034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5.967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-67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23.017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22.509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-508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69584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COO – Operações e Segurança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14.178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14.262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85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107.652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101.790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-5.862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42.408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47.692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5.284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150.060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149.482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-578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03643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+mn-lt"/>
                        </a:rPr>
                        <a:t>VID – Inovação, P&amp;D, Digital e TI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3.213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3.757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545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15.924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15.408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-516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6.774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5.996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-778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22.698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+mn-lt"/>
                        </a:rPr>
                        <a:t>21.404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-1.294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89733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 rtl="0"/>
                      <a:r>
                        <a:rPr lang="pt-BR" sz="11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Total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26.005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27.714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1.708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199.525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192.539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+mn-lt"/>
                        </a:rPr>
                        <a:t>-6.987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75.902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88.036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12.135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endParaRPr lang="pt-BR" sz="1100" noProof="0" dirty="0">
                        <a:latin typeface="+mn-lt"/>
                      </a:endParaRP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275.427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+mn-lt"/>
                        </a:rPr>
                        <a:t>280.575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+mn-lt"/>
                        </a:rPr>
                        <a:t>5.148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909540"/>
            <a:ext cx="11338560" cy="5728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850" b="1" i="1" noProof="0" dirty="0">
                <a:solidFill>
                  <a:srgbClr val="595959"/>
                </a:solidFill>
                <a:latin typeface="Gadugi"/>
              </a:rPr>
              <a:t>Não inclui os pacotes Não Gerenciável e Multas, Condenações e Demais Perdas (e o N1 Não gerenciável), em todos os anos: acumulado de R$ 94.256 mil orçados e R$ 152.171 mil realizados; YTG de R$ 62.798 mil orçados e R$ 83.269 mil de tendência; ano de R$ 157.055 mil orçados e R$ 235.440 mil de tendência.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hinkcell data - do not delete" hidden="1">
            <a:extLst>
              <a:ext uri="{FF2B5EF4-FFF2-40B4-BE49-F238E27FC236}">
                <a16:creationId xmlns:a16="http://schemas.microsoft.com/office/drawing/2014/main" id="{02BC8FB0-A95A-43FC-8202-20A8BE4773E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347120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4" imgW="395" imgH="394" progId="TCLayout.ActiveDocument.1">
                  <p:embed/>
                </p:oleObj>
              </mc:Choice>
              <mc:Fallback>
                <p:oleObj name="Slide do thinkcell" r:id="rId4" imgW="395" imgH="394" progId="TCLayout.ActiveDocument.1">
                  <p:embed/>
                  <p:pic>
                    <p:nvPicPr>
                      <p:cNvPr id="18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02BC8FB0-A95A-43FC-8202-20A8BE4773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" y="54864"/>
            <a:ext cx="10934531" cy="722376"/>
          </a:xfrm>
        </p:spPr>
        <p:txBody>
          <a:bodyPr vert="horz" rIns="104652"/>
          <a:lstStyle/>
          <a:p>
            <a:r>
              <a:rPr lang="pt-BR" sz="1650" b="1" noProof="0" dirty="0">
                <a:solidFill>
                  <a:srgbClr val="002060"/>
                </a:solidFill>
                <a:latin typeface="Gadugi"/>
              </a:rPr>
              <a:t>A tendência ainda tem viés de alta: R$ 12,6 MM em estouros sem plano de contorno e contas com tendência abaixo do próprio </a:t>
            </a:r>
            <a:r>
              <a:rPr lang="pt-BR" sz="1650" b="1" noProof="0" dirty="0" i="1">
                <a:solidFill>
                  <a:srgbClr val="002060"/>
                </a:solidFill>
                <a:latin typeface="Gadugi"/>
              </a:rPr>
              <a:t>run-rate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" y="786384"/>
            <a:ext cx="11795760" cy="4139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200" b="1" i="0" noProof="0" dirty="0">
                <a:solidFill>
                  <a:srgbClr val="002060"/>
                </a:solidFill>
                <a:latin typeface="Gadugi"/>
              </a:rPr>
              <a:t>SANTO ANTÔNIO ENERGIA | HIGHLIGHTS DOS ESTOUROS E CRÍTICA AO FECHAMENTO</a:t>
            </a:r>
          </a:p>
          <a:p>
            <a:pPr algn="l">
              <a:spcAft>
                <a:spcPts val="300"/>
              </a:spcAft>
            </a:pPr>
            <a:r>
              <a:rPr lang="pt-BR" sz="1000" b="1" i="0" noProof="0" dirty="0">
                <a:solidFill>
                  <a:srgbClr val="002060"/>
                </a:solidFill>
                <a:latin typeface="Gadugi"/>
              </a:rPr>
              <a:t>R$ Mil; acumulado jan–set/26 e tendência jan–dez/26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64465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100" b="1" i="0" noProof="0" dirty="0">
                <a:solidFill>
                  <a:srgbClr val="002060"/>
                </a:solidFill>
                <a:latin typeface="Gadugi"/>
              </a:rPr>
              <a:t>Principais desvios (pacote / conta / VP), com explicações e planos de ação do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600358"/>
              </p:ext>
            </p:extLst>
          </p:nvPr>
        </p:nvGraphicFramePr>
        <p:xfrm>
          <a:off x="365760" y="1664208"/>
          <a:ext cx="6446518" cy="3401568"/>
        </p:xfrm>
        <a:graphic>
          <a:graphicData uri="http://schemas.openxmlformats.org/drawingml/2006/table">
            <a:tbl>
              <a:tblPr/>
              <a:tblGrid>
                <a:gridCol w="1795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6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 rtl="0"/>
                      <a:r>
                        <a:rPr lang="pt-BR" sz="900" b="1" noProof="0" dirty="0">
                          <a:solidFill>
                            <a:srgbClr val="002060"/>
                          </a:solidFill>
                          <a:latin typeface="Gadugi"/>
                        </a:rPr>
                        <a:t>Pacote / Conta / VP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900" b="1" noProof="0" dirty="0" err="1">
                          <a:solidFill>
                            <a:srgbClr val="002060"/>
                          </a:solidFill>
                          <a:latin typeface="Gadugi"/>
                        </a:rPr>
                        <a:t>Acum</a:t>
                      </a:r>
                      <a:r>
                        <a:rPr lang="pt-BR" sz="900" b="1" noProof="0" dirty="0">
                          <a:solidFill>
                            <a:srgbClr val="002060"/>
                          </a:solidFill>
                          <a:latin typeface="Gadugi"/>
                        </a:rPr>
                        <a:t>. jan–set (R$ mil)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900" b="1" noProof="0" dirty="0">
                          <a:solidFill>
                            <a:srgbClr val="002060"/>
                          </a:solidFill>
                          <a:latin typeface="Gadugi"/>
                        </a:rPr>
                        <a:t>Tendência ano (R$ mil)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900" b="1" noProof="0" dirty="0">
                          <a:solidFill>
                            <a:srgbClr val="002060"/>
                          </a:solidFill>
                          <a:latin typeface="Gadugi"/>
                        </a:rPr>
                        <a:t>Leitura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Não Recorrente – Taxa Renov. da LO – VGR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900" b="1" noProof="0" dirty="0">
                          <a:solidFill>
                            <a:srgbClr val="00803C"/>
                          </a:solidFill>
                          <a:latin typeface="Gadugi"/>
                        </a:rPr>
                        <a:t>-75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Gadugi"/>
                        </a:rPr>
                        <a:t>+4.487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900" b="1" noProof="0" dirty="0">
                          <a:solidFill>
                            <a:srgbClr val="000000"/>
                          </a:solidFill>
                          <a:latin typeface="Gadugi"/>
                        </a:rPr>
                        <a:t>Estouro não compensado</a:t>
                      </a: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 — IBAMA priorizou a SAESA para renovar a LO: </a:t>
                      </a:r>
                      <a:r>
                        <a:rPr lang="pt-BR" sz="900" b="1" noProof="0" dirty="0">
                          <a:solidFill>
                            <a:srgbClr val="000000"/>
                          </a:solidFill>
                          <a:latin typeface="Gadugi"/>
                        </a:rPr>
                        <a:t>R$ 4,6 MM</a:t>
                      </a: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 em dez contra R$ 75 mil orçados. Plano (B. Arantes) só posterga o pagamento; validar a cobertura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Logística – Transporte de Pessoal – VGS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Gadugi"/>
                        </a:rPr>
                        <a:t>+2.635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Gadugi"/>
                        </a:rPr>
                        <a:t>+2.646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900" b="1" noProof="0" dirty="0">
                          <a:solidFill>
                            <a:srgbClr val="000000"/>
                          </a:solidFill>
                          <a:latin typeface="Gadugi"/>
                        </a:rPr>
                        <a:t>Estouro não compensado</a:t>
                      </a: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 — realiza </a:t>
                      </a:r>
                      <a:r>
                        <a:rPr lang="pt-BR" sz="900" b="1" noProof="0" dirty="0">
                          <a:solidFill>
                            <a:srgbClr val="000000"/>
                          </a:solidFill>
                          <a:latin typeface="Gadugi"/>
                        </a:rPr>
                        <a:t>R$ 368 mil/mês</a:t>
                      </a: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 contra R$ 75 mil orçados. Explicações só citam escrituração de NF e reajuste IPCA; tendência volta a R$ 75 mil/mês e subestima ~R$ 0,9 MM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Pessoal – Remun. Variável – COO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Gadugi"/>
                        </a:rPr>
                        <a:t>+1.921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Gadugi"/>
                        </a:rPr>
                        <a:t>+2.415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900" b="1" noProof="0" dirty="0">
                          <a:solidFill>
                            <a:srgbClr val="000000"/>
                          </a:solidFill>
                          <a:latin typeface="Gadugi"/>
                        </a:rPr>
                        <a:t>Estouro não compensado</a:t>
                      </a: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 — mudança de premissas do PLR e provisão x real PLR 2025 acima do orçado. Plano “ajuste de premissas da provisão” (A. Couto) não reduz o estouro: </a:t>
                      </a:r>
                      <a:r>
                        <a:rPr lang="pt-BR" sz="900" b="1" noProof="0" dirty="0">
                          <a:solidFill>
                            <a:srgbClr val="000000"/>
                          </a:solidFill>
                          <a:latin typeface="Gadugi"/>
                        </a:rPr>
                        <a:t>+R$ 4,5 MM</a:t>
                      </a: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 em todas as VPs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Imóveis – Limpeza e jardinagem – VGS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Gadugi"/>
                        </a:rPr>
                        <a:t>+1.866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Gadugi"/>
                        </a:rPr>
                        <a:t>+2.070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900" b="1" noProof="0" dirty="0">
                          <a:solidFill>
                            <a:srgbClr val="000000"/>
                          </a:solidFill>
                          <a:latin typeface="Gadugi"/>
                        </a:rPr>
                        <a:t>Estouro não compensado</a:t>
                      </a: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 — </a:t>
                      </a:r>
                      <a:r>
                        <a:rPr lang="pt-BR" sz="900" b="1" noProof="0" dirty="0">
                          <a:solidFill>
                            <a:srgbClr val="000000"/>
                          </a:solidFill>
                          <a:latin typeface="Gadugi"/>
                        </a:rPr>
                        <a:t>orçamento defasado</a:t>
                      </a: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: R$ 4,1 MM orçados contra R$ 7,0 MM realizados em 2025. Explicações só cobrem peças de lavadoras; tendência de out–dez cai a R$ 400 mil/mês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Pessoal – Encargos – COO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Gadugi"/>
                        </a:rPr>
                        <a:t>+988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900" b="1" noProof="0" dirty="0">
                          <a:solidFill>
                            <a:srgbClr val="C00000"/>
                          </a:solidFill>
                          <a:latin typeface="Gadugi"/>
                        </a:rPr>
                        <a:t>+988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900" b="1" noProof="0" dirty="0">
                          <a:solidFill>
                            <a:srgbClr val="000000"/>
                          </a:solidFill>
                          <a:latin typeface="Gadugi"/>
                        </a:rPr>
                        <a:t>Estouro não compensado</a:t>
                      </a: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 — </a:t>
                      </a:r>
                      <a:r>
                        <a:rPr lang="pt-BR" sz="900" b="1" noProof="0" dirty="0">
                          <a:solidFill>
                            <a:srgbClr val="000000"/>
                          </a:solidFill>
                          <a:latin typeface="Gadugi"/>
                        </a:rPr>
                        <a:t>3% a mais de INSS</a:t>
                      </a: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 sobre periculosidade (aposentadoria especial) não orçado. Custo recorrente e sem plano de ação: incorporar à premissa de 2027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Pessoal – Salário – COO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900" b="1" noProof="0" dirty="0">
                          <a:solidFill>
                            <a:srgbClr val="00803C"/>
                          </a:solidFill>
                          <a:latin typeface="Gadugi"/>
                        </a:rPr>
                        <a:t>-2.061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900" b="1" noProof="0" dirty="0">
                          <a:solidFill>
                            <a:srgbClr val="00803C"/>
                          </a:solidFill>
                          <a:latin typeface="Gadugi"/>
                        </a:rPr>
                        <a:t>-2.061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900" b="1" noProof="0" dirty="0">
                          <a:solidFill>
                            <a:srgbClr val="000000"/>
                          </a:solidFill>
                          <a:latin typeface="Gadugi"/>
                        </a:rPr>
                        <a:t>Economia mantida</a:t>
                      </a: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 — salários residuais, demissões e alocação de homem-hora em projetos de </a:t>
                      </a:r>
                      <a:r>
                        <a:rPr lang="pt-BR" sz="900" b="0" noProof="0" dirty="0" i="1">
                          <a:solidFill>
                            <a:srgbClr val="000000"/>
                          </a:solidFill>
                          <a:latin typeface="Gadugi"/>
                        </a:rPr>
                        <a:t>CAPEX</a:t>
                      </a:r>
                      <a:r>
                        <a:rPr lang="pt-BR" sz="900" b="0" noProof="0" dirty="0">
                          <a:solidFill>
                            <a:srgbClr val="000000"/>
                          </a:solidFill>
                          <a:latin typeface="Gadugi"/>
                        </a:rPr>
                        <a:t>, que compensam o abono do ACT. Confirmar se é estrutural e reprogramar o orçamento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67213"/>
            <a:ext cx="644652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800" b="0" i="1" noProof="0" dirty="0">
                <a:solidFill>
                  <a:srgbClr val="595959"/>
                </a:solidFill>
                <a:latin typeface="Gadugi"/>
              </a:rPr>
              <a:t>Desvios do acumulado jan–set/26 e da tendência jan–dez/26 contra o orçamento. Leitura a partir das explicações e planos de ação registrados no Matrix até ago/26. Valores negativos = economia.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00389"/>
              </p:ext>
            </p:extLst>
          </p:nvPr>
        </p:nvGraphicFramePr>
        <p:xfrm>
          <a:off x="6967728" y="1298448"/>
          <a:ext cx="4956048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Rectangle 8"/>
          <p:cNvSpPr/>
          <p:nvPr/>
        </p:nvSpPr>
        <p:spPr>
          <a:xfrm>
            <a:off x="6967728" y="3182112"/>
            <a:ext cx="4956048" cy="1078992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7077456" y="3227832"/>
            <a:ext cx="4736592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050" b="1" i="0" noProof="0" dirty="0">
                <a:solidFill>
                  <a:srgbClr val="002060"/>
                </a:solidFill>
                <a:latin typeface="Gadugi"/>
              </a:rPr>
              <a:t>Tendência adequada?   Sim, mas com risco de alta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7456" y="3483864"/>
            <a:ext cx="4736592" cy="6191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lang="pt-BR" sz="850" b="0" i="0" noProof="0" dirty="0">
                <a:solidFill>
                  <a:srgbClr val="000000"/>
                </a:solidFill>
                <a:latin typeface="Gadugi"/>
              </a:rPr>
              <a:t>▪ Tendência de </a:t>
            </a:r>
            <a:r>
              <a:rPr lang="pt-BR" sz="850" b="1" i="0" noProof="0" dirty="0">
                <a:solidFill>
                  <a:srgbClr val="000000"/>
                </a:solidFill>
                <a:latin typeface="Gadugi"/>
              </a:rPr>
              <a:t>R$ 280,6 MM</a:t>
            </a:r>
            <a:r>
              <a:rPr lang="pt-BR" sz="850" b="0" i="0" noProof="0" dirty="0">
                <a:solidFill>
                  <a:srgbClr val="000000"/>
                </a:solidFill>
                <a:latin typeface="Gadugi"/>
              </a:rPr>
              <a:t> (+1,9% s/ orçado) fica entre o </a:t>
            </a:r>
            <a:r>
              <a:rPr lang="pt-BR" sz="850" b="0" i="1" noProof="0" dirty="0">
                <a:solidFill>
                  <a:srgbClr val="000000"/>
                </a:solidFill>
                <a:latin typeface="Gadugi"/>
              </a:rPr>
              <a:t>run-rate</a:t>
            </a:r>
            <a:r>
              <a:rPr lang="pt-BR" sz="850" b="0" i="0" noProof="0" dirty="0">
                <a:solidFill>
                  <a:srgbClr val="000000"/>
                </a:solidFill>
                <a:latin typeface="Gadugi"/>
              </a:rPr>
              <a:t> (</a:t>
            </a:r>
            <a:r>
              <a:rPr lang="pt-BR" sz="850" b="1" i="0" noProof="0" dirty="0">
                <a:solidFill>
                  <a:srgbClr val="000000"/>
                </a:solidFill>
                <a:latin typeface="Gadugi"/>
              </a:rPr>
              <a:t>R$ 256,7 MM</a:t>
            </a:r>
            <a:r>
              <a:rPr lang="pt-BR" sz="850" b="0" i="0" noProof="0" dirty="0">
                <a:solidFill>
                  <a:srgbClr val="000000"/>
                </a:solidFill>
                <a:latin typeface="Gadugi"/>
              </a:rPr>
              <a:t>) e a sazonalidade média 2023–25 (1,53x → </a:t>
            </a:r>
            <a:r>
              <a:rPr lang="pt-BR" sz="850" b="1" i="0" noProof="0" dirty="0">
                <a:solidFill>
                  <a:srgbClr val="000000"/>
                </a:solidFill>
                <a:latin typeface="Gadugi"/>
              </a:rPr>
              <a:t>R$ 295,6 MM</a:t>
            </a:r>
            <a:r>
              <a:rPr lang="pt-BR" sz="850" b="0" i="0" noProof="0" dirty="0">
                <a:solidFill>
                  <a:srgbClr val="000000"/>
                </a:solidFill>
                <a:latin typeface="Gadugi"/>
              </a:rPr>
              <a:t>)</a:t>
            </a:r>
          </a:p>
          <a:p>
            <a:pPr>
              <a:spcAft>
                <a:spcPts val="400"/>
              </a:spcAft>
            </a:pPr>
            <a:r>
              <a:rPr lang="pt-BR" sz="850" b="0" i="0" noProof="0" dirty="0">
                <a:solidFill>
                  <a:srgbClr val="000000"/>
                </a:solidFill>
                <a:latin typeface="Gadugi"/>
              </a:rPr>
              <a:t>▪ Out–dez roda +37% sobre o </a:t>
            </a:r>
            <a:r>
              <a:rPr lang="pt-BR" sz="850" b="0" i="1" noProof="0" dirty="0">
                <a:solidFill>
                  <a:srgbClr val="000000"/>
                </a:solidFill>
                <a:latin typeface="Gadugi"/>
              </a:rPr>
              <a:t>run-rate</a:t>
            </a:r>
            <a:r>
              <a:rPr lang="pt-BR" sz="850" b="0" i="0" noProof="0" dirty="0">
                <a:solidFill>
                  <a:srgbClr val="000000"/>
                </a:solidFill>
                <a:latin typeface="Gadugi"/>
              </a:rPr>
              <a:t>, padrão histórico de dezembro; mas COO está R$ 6,3 MM abaixo da própria sazonalidade e Transporte/Limpeza voltam ao orçado sem plano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67728" y="4325112"/>
            <a:ext cx="4956048" cy="1078992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7077456" y="4370832"/>
            <a:ext cx="4736592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050" b="1" noProof="0" dirty="0">
                <a:solidFill>
                  <a:srgbClr val="002060"/>
                </a:solidFill>
                <a:latin typeface="Gadugi"/>
              </a:rPr>
              <a:t>Há </a:t>
            </a:r>
            <a:r>
              <a:rPr lang="pt-BR" sz="1050" b="1" noProof="0" dirty="0" i="1">
                <a:solidFill>
                  <a:srgbClr val="002060"/>
                </a:solidFill>
                <a:latin typeface="Gadugi"/>
              </a:rPr>
              <a:t>savings</a:t>
            </a:r>
            <a:r>
              <a:rPr lang="pt-BR" sz="1050" b="1" noProof="0" dirty="0">
                <a:solidFill>
                  <a:srgbClr val="002060"/>
                </a:solidFill>
                <a:latin typeface="Gadugi"/>
              </a:rPr>
              <a:t> postergados?   Sim, ~R$ 5 MM a validar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7456" y="4626864"/>
            <a:ext cx="4736592" cy="7422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lang="pt-BR" sz="850" b="0" i="0" noProof="0" dirty="0">
                <a:solidFill>
                  <a:srgbClr val="000000"/>
                </a:solidFill>
                <a:latin typeface="Gadugi"/>
              </a:rPr>
              <a:t>▪ Planos de ação de ago jogam </a:t>
            </a:r>
            <a:r>
              <a:rPr lang="pt-BR" sz="850" b="1" i="0" noProof="0" dirty="0">
                <a:solidFill>
                  <a:srgbClr val="000000"/>
                </a:solidFill>
                <a:latin typeface="Gadugi"/>
              </a:rPr>
              <a:t>R$ 5,4 MM</a:t>
            </a:r>
            <a:r>
              <a:rPr lang="pt-BR" sz="850" b="0" i="0" noProof="0" dirty="0">
                <a:solidFill>
                  <a:srgbClr val="000000"/>
                </a:solidFill>
                <a:latin typeface="Gadugi"/>
              </a:rPr>
              <a:t> de pagamentos postergados para out–dez (COO R$ 2,0 MM; VGS R$ 1,6 MM; VJR R$ 0,9 MM) — se não executados, viram economia</a:t>
            </a:r>
          </a:p>
          <a:p>
            <a:pPr algn="l">
              <a:spcAft>
                <a:spcPts val="400"/>
              </a:spcAft>
            </a:pPr>
            <a:r>
              <a:rPr lang="pt-BR" sz="850" b="0" i="0" noProof="0" dirty="0">
                <a:solidFill>
                  <a:srgbClr val="000000"/>
                </a:solidFill>
                <a:latin typeface="Gadugi"/>
              </a:rPr>
              <a:t>▪ Escola Orgulho Madeira adiada para 2027 (</a:t>
            </a:r>
            <a:r>
              <a:rPr lang="pt-BR" sz="850" b="1" i="0" noProof="0" dirty="0">
                <a:solidFill>
                  <a:srgbClr val="000000"/>
                </a:solidFill>
                <a:latin typeface="Gadugi"/>
              </a:rPr>
              <a:t>–R$ 1,2 MM</a:t>
            </a:r>
            <a:r>
              <a:rPr lang="pt-BR" sz="850" b="0" i="0" noProof="0" dirty="0">
                <a:solidFill>
                  <a:srgbClr val="000000"/>
                </a:solidFill>
                <a:latin typeface="Gadugi"/>
              </a:rPr>
              <a:t>) já está reconhecida na tendência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67728" y="5468112"/>
            <a:ext cx="4956048" cy="1078992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7077456" y="5513832"/>
            <a:ext cx="484632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050" b="1" i="0" noProof="0" dirty="0">
                <a:solidFill>
                  <a:srgbClr val="002060"/>
                </a:solidFill>
                <a:latin typeface="Gadugi"/>
              </a:rPr>
              <a:t>Estouros sem ação de contorno?   Sim – R$ 12,6 MM em 5 nós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7456" y="5769864"/>
            <a:ext cx="4736592" cy="6191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lang="pt-BR" sz="850" b="0" i="0" noProof="0" dirty="0">
                <a:solidFill>
                  <a:srgbClr val="000000"/>
                </a:solidFill>
                <a:latin typeface="Gadugi"/>
              </a:rPr>
              <a:t>▪ LO (+R$ 4,5 MM), Transporte de Pessoal (+R$ 2,6 MM) e Limpeza (+R$ 2,1 MM): as explicações tratam só de prazo de pagamento, sem ação de redução</a:t>
            </a:r>
          </a:p>
          <a:p>
            <a:pPr algn="l">
              <a:spcAft>
                <a:spcPts val="400"/>
              </a:spcAft>
            </a:pPr>
            <a:r>
              <a:rPr lang="pt-BR" sz="850" b="0" i="0" noProof="0" dirty="0">
                <a:solidFill>
                  <a:srgbClr val="000000"/>
                </a:solidFill>
                <a:latin typeface="Gadugi"/>
              </a:rPr>
              <a:t>▪ PLR (+R$ 4,5 MM em todas as VPs) e INSS sobre periculosidade (+R$ 1,0 MM no COO) são premissas erradas: levar ao orçamento 2027</a:t>
            </a: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311A33A0-FA59-35A9-8D8B-195D3D31CC31}"/>
              </a:ext>
            </a:extLst>
          </p:cNvPr>
          <p:cNvSpPr txBox="1"/>
          <p:nvPr/>
        </p:nvSpPr>
        <p:spPr>
          <a:xfrm>
            <a:off x="502920" y="6644680"/>
            <a:ext cx="10515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800" b="0" i="0" noProof="0" dirty="0">
                <a:solidFill>
                  <a:srgbClr val="595959"/>
                </a:solidFill>
                <a:latin typeface="Gadugi"/>
              </a:rPr>
              <a:t>Fonte:  Sistema Matrix – Relatórios Orç x Real x Tend 26 e Explicações e Planos de Ação, extraídos em 06/10/2026; IBGE – IPCA 12 meses (4,22% até ago/26, último divulgado)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cell data - do not delete" hidden="1">
            <a:extLst>
              <a:ext uri="{FF2B5EF4-FFF2-40B4-BE49-F238E27FC236}">
                <a16:creationId xmlns:a16="http://schemas.microsoft.com/office/drawing/2014/main" id="{C331FEE8-A8E2-42A7-DD70-8E1CEE7BFAB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8284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cell" r:id="rId4" imgW="395" imgH="394" progId="TCLayout.ActiveDocument.1">
                  <p:embed/>
                </p:oleObj>
              </mc:Choice>
              <mc:Fallback>
                <p:oleObj name="Slide do thinkcell" r:id="rId4" imgW="395" imgH="394" progId="TCLayout.ActiveDocument.1">
                  <p:embed/>
                  <p:pic>
                    <p:nvPicPr>
                      <p:cNvPr id="10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C331FEE8-A8E2-42A7-DD70-8E1CEE7BFA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" y="54864"/>
            <a:ext cx="11155680" cy="722376"/>
          </a:xfrm>
        </p:spPr>
        <p:txBody>
          <a:bodyPr vert="horz" rIns="104652"/>
          <a:lstStyle/>
          <a:p>
            <a:r>
              <a:rPr lang="pt-BR" sz="1650" b="1" noProof="0" dirty="0">
                <a:solidFill>
                  <a:srgbClr val="002060"/>
                </a:solidFill>
                <a:latin typeface="Gadugi"/>
              </a:rPr>
              <a:t>Corrigido pelo IPCA, o OM de jan–set cai 3,4% real contra 2025 (R$ 6,7 MM de eficiência) e 30% contra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" y="786384"/>
            <a:ext cx="11795760" cy="4139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200" b="1" i="0" noProof="0" dirty="0">
                <a:solidFill>
                  <a:srgbClr val="002060"/>
                </a:solidFill>
                <a:latin typeface="Gadugi"/>
              </a:rPr>
              <a:t>SANTO ANTÔNIO ENERGIA | EVOLUÇÃO ANO X ANO AJUSTADA PELA INFLAÇÃO</a:t>
            </a:r>
          </a:p>
          <a:p>
            <a:pPr algn="l">
              <a:spcAft>
                <a:spcPts val="300"/>
              </a:spcAft>
            </a:pPr>
            <a:r>
              <a:rPr lang="pt-BR" sz="1000" b="1" i="0" noProof="0" dirty="0">
                <a:solidFill>
                  <a:srgbClr val="002060"/>
                </a:solidFill>
                <a:latin typeface="Gadugi"/>
              </a:rPr>
              <a:t>R$ MM; jan–set de cada ano a preços de set/26 (IPCA 12 meses)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676656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100" b="1" i="0" noProof="0" dirty="0">
                <a:solidFill>
                  <a:srgbClr val="002060"/>
                </a:solidFill>
                <a:latin typeface="Gadugi"/>
              </a:rPr>
              <a:t>Jan–set 2025 x 2026 por pacote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78511"/>
              </p:ext>
            </p:extLst>
          </p:nvPr>
        </p:nvGraphicFramePr>
        <p:xfrm>
          <a:off x="365760" y="1618488"/>
          <a:ext cx="6766556" cy="3236976"/>
        </p:xfrm>
        <a:graphic>
          <a:graphicData uri="http://schemas.openxmlformats.org/drawingml/2006/table">
            <a:tbl>
              <a:tblPr/>
              <a:tblGrid>
                <a:gridCol w="2212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1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75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75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07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Gadugi"/>
                        </a:rPr>
                        <a:t>Pacote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Gadugi"/>
                        </a:rPr>
                        <a:t>Jan–set/25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Gadugi"/>
                        </a:rPr>
                        <a:t>Jan–set/25
a preços de set/26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Gadugi"/>
                        </a:rPr>
                        <a:t>Jan–set/26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Gadugi"/>
                        </a:rPr>
                        <a:t>Var. nominal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Gadugi"/>
                        </a:rPr>
                        <a:t>Var. real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Gadugi"/>
                        </a:rPr>
                        <a:t>Pessoal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66,7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69,5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74,2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595959"/>
                          </a:solidFill>
                          <a:latin typeface="Gadugi"/>
                        </a:rPr>
                        <a:t>+11%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Gadugi"/>
                        </a:rPr>
                        <a:t>+7%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Gadugi"/>
                        </a:rPr>
                        <a:t>Manutenção Operacional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69,5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72,4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58,6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595959"/>
                          </a:solidFill>
                          <a:latin typeface="Gadugi"/>
                        </a:rPr>
                        <a:t>-16%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Gadugi"/>
                        </a:rPr>
                        <a:t>-19%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Gadugi"/>
                        </a:rPr>
                        <a:t>Consultoria e Serv. Legais/Fin.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21,4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22,3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22,9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595959"/>
                          </a:solidFill>
                          <a:latin typeface="Gadugi"/>
                        </a:rPr>
                        <a:t>+7%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Gadugi"/>
                        </a:rPr>
                        <a:t>+3%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Gadugi"/>
                        </a:rPr>
                        <a:t>TI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10,0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10,4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13,2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595959"/>
                          </a:solidFill>
                          <a:latin typeface="Gadugi"/>
                        </a:rPr>
                        <a:t>+32%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Gadugi"/>
                        </a:rPr>
                        <a:t>+27%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Gadugi"/>
                        </a:rPr>
                        <a:t>Imóveis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9,5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9,9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7,3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595959"/>
                          </a:solidFill>
                          <a:latin typeface="Gadugi"/>
                        </a:rPr>
                        <a:t>-23%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Gadugi"/>
                        </a:rPr>
                        <a:t>-26%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Gadugi"/>
                        </a:rPr>
                        <a:t>Logística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2,2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2,3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5,7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595959"/>
                          </a:solidFill>
                          <a:latin typeface="Gadugi"/>
                        </a:rPr>
                        <a:t>+157%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Gadugi"/>
                        </a:rPr>
                        <a:t>+146%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Gadugi"/>
                        </a:rPr>
                        <a:t>Meio Ambiente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5,1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5,3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4,2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595959"/>
                          </a:solidFill>
                          <a:latin typeface="Gadugi"/>
                        </a:rPr>
                        <a:t>-18%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Gadugi"/>
                        </a:rPr>
                        <a:t>-21%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Gadugi"/>
                        </a:rPr>
                        <a:t>Segurança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4,0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4,2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3,2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595959"/>
                          </a:solidFill>
                          <a:latin typeface="Gadugi"/>
                        </a:rPr>
                        <a:t>-19%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Gadugi"/>
                        </a:rPr>
                        <a:t>-22%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Gadugi"/>
                        </a:rPr>
                        <a:t>Marketing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1,0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1,1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1,2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595959"/>
                          </a:solidFill>
                          <a:latin typeface="Gadugi"/>
                        </a:rPr>
                        <a:t>+18%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Gadugi"/>
                        </a:rPr>
                        <a:t>+13%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Gadugi"/>
                        </a:rPr>
                        <a:t>Viagens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1,2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1,2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1,2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595959"/>
                          </a:solidFill>
                          <a:latin typeface="Gadugi"/>
                        </a:rPr>
                        <a:t>+3%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Gadugi"/>
                        </a:rPr>
                        <a:t>-1%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Gadugi"/>
                        </a:rPr>
                        <a:t>Comunicação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0,5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0,5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0,7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595959"/>
                          </a:solidFill>
                          <a:latin typeface="Gadugi"/>
                        </a:rPr>
                        <a:t>+40%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C00000"/>
                          </a:solidFill>
                          <a:latin typeface="Gadugi"/>
                        </a:rPr>
                        <a:t>+34%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Gadugi"/>
                        </a:rPr>
                        <a:t>Custos Capt. Financeira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0,1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0,1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0,1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595959"/>
                          </a:solidFill>
                          <a:latin typeface="Gadugi"/>
                        </a:rPr>
                        <a:t>+0%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Gadugi"/>
                        </a:rPr>
                        <a:t>-4%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pt-BR" sz="1100" b="0" noProof="0" dirty="0">
                          <a:solidFill>
                            <a:schemeClr val="tx1"/>
                          </a:solidFill>
                          <a:latin typeface="Gadugi"/>
                        </a:rPr>
                        <a:t>Não Recorrente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0,0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0,0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0" noProof="0" dirty="0">
                          <a:solidFill>
                            <a:srgbClr val="002060"/>
                          </a:solidFill>
                          <a:latin typeface="Gadugi"/>
                        </a:rPr>
                        <a:t>0,0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595959"/>
                          </a:solidFill>
                          <a:latin typeface="Gadugi"/>
                        </a:rPr>
                        <a:t>0%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Gadugi"/>
                        </a:rPr>
                        <a:t>0%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 rtl="0"/>
                      <a:r>
                        <a:rPr lang="pt-BR" sz="1100" b="1" noProof="0" dirty="0">
                          <a:solidFill>
                            <a:schemeClr val="tx1"/>
                          </a:solidFill>
                          <a:latin typeface="Gadugi"/>
                        </a:rPr>
                        <a:t>Total OM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Gadugi"/>
                        </a:rPr>
                        <a:t>191,2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Gadugi"/>
                        </a:rPr>
                        <a:t>199,2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2060"/>
                          </a:solidFill>
                          <a:latin typeface="Gadugi"/>
                        </a:rPr>
                        <a:t>192,5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595959"/>
                          </a:solidFill>
                          <a:latin typeface="Gadugi"/>
                        </a:rPr>
                        <a:t>+1%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BR" sz="1100" b="1" noProof="0" dirty="0">
                          <a:solidFill>
                            <a:srgbClr val="00803C"/>
                          </a:solidFill>
                          <a:latin typeface="Gadugi"/>
                        </a:rPr>
                        <a:t>-3%</a:t>
                      </a:r>
                    </a:p>
                  </a:txBody>
                  <a:tcPr marL="27432" marR="27432" marT="9144" marB="91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273313"/>
              </p:ext>
            </p:extLst>
          </p:nvPr>
        </p:nvGraphicFramePr>
        <p:xfrm>
          <a:off x="7360920" y="1325880"/>
          <a:ext cx="452628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" name="Rectangle 7"/>
          <p:cNvSpPr/>
          <p:nvPr/>
        </p:nvSpPr>
        <p:spPr>
          <a:xfrm>
            <a:off x="7360920" y="3703320"/>
            <a:ext cx="4526280" cy="274320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7470648" y="3767328"/>
            <a:ext cx="4297680" cy="23375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100" b="1" i="0" noProof="0" dirty="0">
                <a:solidFill>
                  <a:srgbClr val="002060"/>
                </a:solidFill>
                <a:latin typeface="Gadugi"/>
              </a:rPr>
              <a:t>Leitura</a:t>
            </a:r>
          </a:p>
          <a:p>
            <a:pPr algn="l">
              <a:spcAft>
                <a:spcPts val="300"/>
              </a:spcAft>
            </a:pPr>
            <a:r>
              <a:rPr lang="pt-BR" sz="950" b="0" i="0" noProof="0" dirty="0">
                <a:solidFill>
                  <a:srgbClr val="000000"/>
                </a:solidFill>
                <a:latin typeface="Gadugi"/>
              </a:rPr>
              <a:t>▪ Jan–set/26 soma </a:t>
            </a:r>
            <a:r>
              <a:rPr lang="pt-BR" sz="950" b="1" i="0" noProof="0" dirty="0">
                <a:solidFill>
                  <a:srgbClr val="000000"/>
                </a:solidFill>
                <a:latin typeface="Gadugi"/>
              </a:rPr>
              <a:t>R$ 192,5 MM</a:t>
            </a:r>
            <a:r>
              <a:rPr lang="pt-BR" sz="950" b="0" i="0" noProof="0" dirty="0">
                <a:solidFill>
                  <a:srgbClr val="000000"/>
                </a:solidFill>
                <a:latin typeface="Gadugi"/>
              </a:rPr>
              <a:t>: +0,7% nominal e </a:t>
            </a:r>
            <a:r>
              <a:rPr lang="pt-BR" sz="950" b="1" i="0" noProof="0" dirty="0">
                <a:solidFill>
                  <a:srgbClr val="000000"/>
                </a:solidFill>
                <a:latin typeface="Gadugi"/>
              </a:rPr>
              <a:t>–3,4% real</a:t>
            </a:r>
            <a:r>
              <a:rPr lang="pt-BR" sz="950" b="0" i="0" noProof="0" dirty="0">
                <a:solidFill>
                  <a:srgbClr val="000000"/>
                </a:solidFill>
                <a:latin typeface="Gadugi"/>
              </a:rPr>
              <a:t> sobre 2025 (IPCA 4,22%) — R$ 6,7 MM de ganho de eficiência</a:t>
            </a:r>
          </a:p>
          <a:p>
            <a:pPr algn="l">
              <a:spcAft>
                <a:spcPts val="300"/>
              </a:spcAft>
            </a:pPr>
            <a:r>
              <a:rPr lang="pt-BR" sz="950" b="0" i="0" noProof="0" dirty="0">
                <a:solidFill>
                  <a:srgbClr val="000000"/>
                </a:solidFill>
                <a:latin typeface="Gadugi"/>
              </a:rPr>
              <a:t>▪ A preços de set/26, jan–set cai de </a:t>
            </a:r>
            <a:r>
              <a:rPr lang="pt-BR" sz="950" b="1" i="0" noProof="0" dirty="0">
                <a:solidFill>
                  <a:srgbClr val="000000"/>
                </a:solidFill>
                <a:latin typeface="Gadugi"/>
              </a:rPr>
              <a:t>R$ 275,1 MM</a:t>
            </a:r>
            <a:r>
              <a:rPr lang="pt-BR" sz="950" b="0" i="0" noProof="0" dirty="0">
                <a:solidFill>
                  <a:srgbClr val="000000"/>
                </a:solidFill>
                <a:latin typeface="Gadugi"/>
              </a:rPr>
              <a:t> (2022) para R$ 258,1, R$ 225,1, R$ 199,2 e </a:t>
            </a:r>
            <a:r>
              <a:rPr lang="pt-BR" sz="950" b="1" i="0" noProof="0" dirty="0">
                <a:solidFill>
                  <a:srgbClr val="000000"/>
                </a:solidFill>
                <a:latin typeface="Gadugi"/>
              </a:rPr>
              <a:t>R$ 192,5 MM</a:t>
            </a:r>
            <a:r>
              <a:rPr lang="pt-BR" sz="950" b="0" i="0" noProof="0" dirty="0">
                <a:solidFill>
                  <a:srgbClr val="000000"/>
                </a:solidFill>
                <a:latin typeface="Gadugi"/>
              </a:rPr>
              <a:t>: –30% real (–24% sem a arbitragem CCSA de 2022)</a:t>
            </a:r>
          </a:p>
          <a:p>
            <a:pPr algn="l">
              <a:spcAft>
                <a:spcPts val="300"/>
              </a:spcAft>
            </a:pPr>
            <a:r>
              <a:rPr lang="pt-BR" sz="950" b="0" i="0" noProof="0" dirty="0">
                <a:solidFill>
                  <a:srgbClr val="000000"/>
                </a:solidFill>
                <a:latin typeface="Gadugi"/>
              </a:rPr>
              <a:t>▪ Pressões em 2026: Pessoal (+7% real; PLR e INSS periculosidade), TI (+27%) e Logística (+146%, transporte de pessoal)</a:t>
            </a:r>
          </a:p>
          <a:p>
            <a:pPr algn="l">
              <a:spcAft>
                <a:spcPts val="300"/>
              </a:spcAft>
            </a:pPr>
            <a:r>
              <a:rPr lang="pt-BR" sz="950" b="0" i="0" noProof="0" dirty="0">
                <a:solidFill>
                  <a:srgbClr val="000000"/>
                </a:solidFill>
                <a:latin typeface="Gadugi"/>
              </a:rPr>
              <a:t>▪ Alívios: Manutenção Operacional (–19%), Imóveis (–26%) e Meio Ambiente (–21%) — parte é postergação para o 4º tri, não economia estrutural</a:t>
            </a:r>
          </a:p>
          <a:p>
            <a:pPr algn="l">
              <a:spcAft>
                <a:spcPts val="300"/>
              </a:spcAft>
            </a:pPr>
            <a:r>
              <a:rPr lang="pt-BR" sz="950" b="0" i="1" noProof="0" dirty="0">
                <a:solidFill>
                  <a:srgbClr val="595959"/>
                </a:solidFill>
                <a:latin typeface="Gadugi"/>
              </a:rPr>
              <a:t>▪ Ano fechado: tendência 2026 de R$ 280,6 MM contra R$ 302,9 MM realizados em 2025 (–7,4% nominal; –11,1% real)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E2AF034E-3CE2-DE58-0F30-1CDD048FE2FE}"/>
              </a:ext>
            </a:extLst>
          </p:cNvPr>
          <p:cNvSpPr txBox="1"/>
          <p:nvPr/>
        </p:nvSpPr>
        <p:spPr>
          <a:xfrm>
            <a:off x="502920" y="6644680"/>
            <a:ext cx="105156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800" b="0" i="0" noProof="0" dirty="0">
                <a:solidFill>
                  <a:srgbClr val="595959"/>
                </a:solidFill>
                <a:latin typeface="Gadugi"/>
              </a:rPr>
              <a:t>Fonte:  Sistema Matrix – Relatórios Orç x Real x Tend 26 e Explicações e Planos de Ação, extraídos em 06/10/2026; IBGE – IPCA 12 meses (4,22% até ago/26, último divulgado)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1/%y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9&quot;&gt;&lt;elem m_fUsage=&quot;1.43144099999999996342E+00&quot;&gt;&lt;m_msothmcolidx val=&quot;0&quot;/&gt;&lt;m_rgb r=&quot;FF&quot; g=&quot;FF&quot; b=&quot;00&quot;/&gt;&lt;/elem&gt;&lt;elem m_fUsage=&quot;1.40049000000000001265E+00&quot;&gt;&lt;m_msothmcolidx val=&quot;0&quot;/&gt;&lt;m_rgb r=&quot;FF&quot; g=&quot;00&quot; b=&quot;00&quot;/&gt;&lt;/elem&gt;&lt;elem m_fUsage=&quot;1.36010797658100024421E+00&quot;&gt;&lt;m_msothmcolidx val=&quot;0&quot;/&gt;&lt;m_rgb r=&quot;2A&quot; g=&quot;C0&quot; b=&quot;16&quot;/&gt;&lt;/elem&gt;&lt;elem m_fUsage=&quot;1.00000000000000000000E+00&quot;&gt;&lt;m_msothmcolidx val=&quot;0&quot;/&gt;&lt;m_rgb r=&quot;CE&quot; g=&quot;CE&quot; b=&quot;CE&quot;/&gt;&lt;/elem&gt;&lt;elem m_fUsage=&quot;8.65717388999999837296E-01&quot;&gt;&lt;m_msothmcolidx val=&quot;0&quot;/&gt;&lt;m_rgb r=&quot;20&quot; g=&quot;8F&quot; b=&quot;10&quot;/&gt;&lt;/elem&gt;&lt;elem m_fUsage=&quot;6.56100000000000127542E-01&quot;&gt;&lt;m_msothmcolidx val=&quot;0&quot;/&gt;&lt;m_rgb r=&quot;00&quot; g=&quot;B0&quot; b=&quot;50&quot;/&gt;&lt;/elem&gt;&lt;elem m_fUsage=&quot;4.30467210000000100045E-01&quot;&gt;&lt;m_msothmcolidx val=&quot;0&quot;/&gt;&lt;m_rgb r=&quot;00&quot; g=&quot;A7&quot; b=&quot;8E&quot;/&gt;&lt;/elem&gt;&lt;elem m_fUsage=&quot;3.13810596090000115677E-01&quot;&gt;&lt;m_msothmcolidx val=&quot;0&quot;/&gt;&lt;m_rgb r=&quot;E7&quot; g=&quot;80&quot; b=&quot;47&quot;/&gt;&lt;/elem&gt;&lt;elem m_fUsage=&quot;2.54186582832900132001E-01&quot;&gt;&lt;m_msothmcolidx val=&quot;0&quot;/&gt;&lt;m_rgb r=&quot;E3&quot; g=&quot;71&quot; b=&quot;31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Hs3llTmQdyE4ETQZY.4i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Zu08Lm4REClsJoHB4fkh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VSN7wRQJ2mSR70aKSnM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Hs3llTmQdyE4ETQZY.4i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Zu08Lm4REClsJoHB4fkh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VSN7wRQJ2mSR70aKSnM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VSN7wRQJ2mSR70aKSnM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gs9dsI_wkaK2QOO15ve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VSN7wRQJ2mSR70aKSnM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VSN7wRQJ2mSR70aKSnM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VSN7wRQJ2mSR70aKSnM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VSN7wRQJ2mSR70aKSnM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VSN7wRQJ2mSR70aKSnM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VSN7wRQJ2mSR70aKSnM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Zu08Lm4REClsJoHB4fkh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VSN7wRQJ2mSR70aKSnM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YURJuJgNk6OraVxUVY1K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gs9dsI_wkaK2QOO15ve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VSN7wRQJ2mSR70aKSnM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a6a4E4xRKKT_BDt_6YKS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radus Mestre">
  <a:themeElements>
    <a:clrScheme name="Gradus Nova">
      <a:dk1>
        <a:srgbClr val="002060"/>
      </a:dk1>
      <a:lt1>
        <a:srgbClr val="FFFFFF"/>
      </a:lt1>
      <a:dk2>
        <a:srgbClr val="12376C"/>
      </a:dk2>
      <a:lt2>
        <a:srgbClr val="9DB1CF"/>
      </a:lt2>
      <a:accent1>
        <a:srgbClr val="E68E18"/>
      </a:accent1>
      <a:accent2>
        <a:srgbClr val="306F9F"/>
      </a:accent2>
      <a:accent3>
        <a:srgbClr val="800000"/>
      </a:accent3>
      <a:accent4>
        <a:srgbClr val="1B0416"/>
      </a:accent4>
      <a:accent5>
        <a:srgbClr val="D9D9D9"/>
      </a:accent5>
      <a:accent6>
        <a:srgbClr val="A5A5A5"/>
      </a:accent6>
      <a:hlink>
        <a:srgbClr val="C00000"/>
      </a:hlink>
      <a:folHlink>
        <a:srgbClr val="0000CC"/>
      </a:folHlink>
    </a:clrScheme>
    <a:fontScheme name="Gradus Gadugi">
      <a:majorFont>
        <a:latin typeface="Gradugi"/>
        <a:ea typeface=""/>
        <a:cs typeface=""/>
      </a:majorFont>
      <a:minorFont>
        <a:latin typeface="Gadugi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3175">
          <a:solidFill>
            <a:schemeClr val="bg1">
              <a:lumMod val="50000"/>
            </a:schemeClr>
          </a:solidFill>
          <a:miter lim="800000"/>
          <a:headEnd/>
          <a:tailEnd/>
        </a:ln>
        <a:effectLst/>
      </a:spPr>
      <a:bodyPr wrap="none" rtlCol="0" anchor="ctr"/>
      <a:lstStyle>
        <a:defPPr algn="ctr">
          <a:defRPr sz="1200" b="1">
            <a:latin typeface="+mj-lt"/>
          </a:defRPr>
        </a:defPPr>
      </a:lst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04652" tIns="52327" rIns="104652" bIns="52327" numCol="1" anchor="t" anchorCtr="0" compatLnSpc="1">
        <a:prstTxWarp prst="textNoShape">
          <a:avLst/>
        </a:prstTxWarp>
      </a:bodyPr>
      <a:lstStyle>
        <a:defPPr algn="l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1_Gradus Mestre">
  <a:themeElements>
    <a:clrScheme name="Gradus Nova">
      <a:dk1>
        <a:srgbClr val="002060"/>
      </a:dk1>
      <a:lt1>
        <a:srgbClr val="FFFFFF"/>
      </a:lt1>
      <a:dk2>
        <a:srgbClr val="12376C"/>
      </a:dk2>
      <a:lt2>
        <a:srgbClr val="9DB1CF"/>
      </a:lt2>
      <a:accent1>
        <a:srgbClr val="E68E18"/>
      </a:accent1>
      <a:accent2>
        <a:srgbClr val="306F9F"/>
      </a:accent2>
      <a:accent3>
        <a:srgbClr val="800000"/>
      </a:accent3>
      <a:accent4>
        <a:srgbClr val="1B0416"/>
      </a:accent4>
      <a:accent5>
        <a:srgbClr val="D9D9D9"/>
      </a:accent5>
      <a:accent6>
        <a:srgbClr val="A5A5A5"/>
      </a:accent6>
      <a:hlink>
        <a:srgbClr val="C00000"/>
      </a:hlink>
      <a:folHlink>
        <a:srgbClr val="0000CC"/>
      </a:folHlink>
    </a:clrScheme>
    <a:fontScheme name="Gradus Gadugi">
      <a:majorFont>
        <a:latin typeface="Gradugi"/>
        <a:ea typeface=""/>
        <a:cs typeface=""/>
      </a:majorFont>
      <a:minorFont>
        <a:latin typeface="Gadugi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3175">
          <a:solidFill>
            <a:schemeClr val="bg1">
              <a:lumMod val="50000"/>
            </a:schemeClr>
          </a:solidFill>
          <a:miter lim="800000"/>
          <a:headEnd/>
          <a:tailEnd/>
        </a:ln>
        <a:effectLst/>
      </a:spPr>
      <a:bodyPr wrap="none" rtlCol="0" anchor="ctr"/>
      <a:lstStyle>
        <a:defPPr algn="ctr">
          <a:defRPr sz="1200" b="1">
            <a:latin typeface="+mj-lt"/>
          </a:defRPr>
        </a:defPPr>
      </a:lst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04652" tIns="52327" rIns="104652" bIns="52327" numCol="1" anchor="t" anchorCtr="0" compatLnSpc="1">
        <a:prstTxWarp prst="textNoShape">
          <a:avLst/>
        </a:prstTxWarp>
      </a:bodyPr>
      <a:lstStyle>
        <a:defPPr algn="l">
          <a:defRPr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88a4810-9690-4bb4-b930-23c368318faf">
      <Terms xmlns="http://schemas.microsoft.com/office/infopath/2007/PartnerControls"/>
    </lcf76f155ced4ddcb4097134ff3c332f>
    <TaxCatchAll xmlns="ff9231ba-1d49-4c06-b4de-84f53f6947cc" xsi:nil="true"/>
    <_dlc_DocId xmlns="ff9231ba-1d49-4c06-b4de-84f53f6947cc">EEHACFUXKRQV-110585657-124412</_dlc_DocId>
    <_dlc_DocIdUrl xmlns="ff9231ba-1d49-4c06-b4de-84f53f6947cc">
      <Url>https://gradusconsultoria1.sharepoint.com/sites/metodologias/_layouts/15/DocIdRedir.aspx?ID=EEHACFUXKRQV-110585657-124412</Url>
      <Description>EEHACFUXKRQV-110585657-124412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B3F711066213A4EA68F825DB3856052" ma:contentTypeVersion="331" ma:contentTypeDescription="Crie um novo documento." ma:contentTypeScope="" ma:versionID="64f8fe6b58dcf0f3f81d944d4145a0bc">
  <xsd:schema xmlns:xsd="http://www.w3.org/2001/XMLSchema" xmlns:xs="http://www.w3.org/2001/XMLSchema" xmlns:p="http://schemas.microsoft.com/office/2006/metadata/properties" xmlns:ns2="ff9231ba-1d49-4c06-b4de-84f53f6947cc" xmlns:ns3="e88a4810-9690-4bb4-b930-23c368318faf" targetNamespace="http://schemas.microsoft.com/office/2006/metadata/properties" ma:root="true" ma:fieldsID="71c4b0768fa14d727b3222af207fd105" ns2:_="" ns3:_="">
    <xsd:import namespace="ff9231ba-1d49-4c06-b4de-84f53f6947cc"/>
    <xsd:import namespace="e88a4810-9690-4bb4-b930-23c368318fa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231ba-1d49-4c06-b4de-84f53f6947cc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Valor da ID do Documento" ma:description="O valor da ID do documento atribuída a este item." ma:indexed="true" ma:internalName="_dlc_DocId" ma:readOnly="true">
      <xsd:simpleType>
        <xsd:restriction base="dms:Text"/>
      </xsd:simpleType>
    </xsd:element>
    <xsd:element name="_dlc_DocIdUrl" ma:index="9" nillable="true" ma:displayName="ID do Documento" ma:description="Link permanente para este documento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e4c00630-81a7-468d-8b01-2e1f7539e1cc}" ma:internalName="TaxCatchAll" ma:showField="CatchAllData" ma:web="ff9231ba-1d49-4c06-b4de-84f53f6947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a4810-9690-4bb4-b930-23c368318f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Marcações de imagem" ma:readOnly="false" ma:fieldId="{5cf76f15-5ced-4ddc-b409-7134ff3c332f}" ma:taxonomyMulti="true" ma:sspId="6db00ad5-2768-49be-816b-d75fc6899f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7AF14B-F335-44B6-BE1C-E87FD65F88EF}">
  <ds:schemaRefs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e88a4810-9690-4bb4-b930-23c368318faf"/>
    <ds:schemaRef ds:uri="ff9231ba-1d49-4c06-b4de-84f53f6947cc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2E4C339-22CF-4DDF-B2EB-ABF1AC202F2E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CF4468D9-EEC3-48F5-8F41-AF69D807588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AF5103A9-0300-47FA-BD9D-EA04828F9F84}">
  <ds:schemaRefs>
    <ds:schemaRef ds:uri="e88a4810-9690-4bb4-b930-23c368318faf"/>
    <ds:schemaRef ds:uri="ff9231ba-1d49-4c06-b4de-84f53f6947c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826</TotalTime>
  <Words>3989</Words>
  <Application>Microsoft Office PowerPoint</Application>
  <PresentationFormat>Personalizar</PresentationFormat>
  <Paragraphs>972</Paragraphs>
  <Slides>9</Slides>
  <Notes>7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Arial</vt:lpstr>
      <vt:lpstr>Calibri</vt:lpstr>
      <vt:lpstr>Gadugi</vt:lpstr>
      <vt:lpstr>Gradugi</vt:lpstr>
      <vt:lpstr>Gradus Mestre</vt:lpstr>
      <vt:lpstr>1_Gradus Mestre</vt:lpstr>
      <vt:lpstr>Slide do thinkcell</vt:lpstr>
      <vt:lpstr>Apresentação do PowerPoint</vt:lpstr>
      <vt:lpstr>Sem o Cofre, Águas do Brasil economiza R$ 14,4 MM (–3,1%) até agosto e a tendência fecha o ano exatamente no orçamento</vt:lpstr>
      <vt:lpstr>Regional 1 responde por 40% da economia acumulada do grupo; Gente e Gestão e CAN são as únicas diretorias que fecham o ano acima do orçamento</vt:lpstr>
      <vt:lpstr>Assuntos Institucionais e Legais é o único estouro relevante; a tendência fecha no orçamento, mas esconde entre R$ 5 MM e 8 MM de savings da Regional 1</vt:lpstr>
      <vt:lpstr>Descontada a inflação, os gastos crescem ~5% ao ano em termos reais desde 2024; Energia (+16% real) explica metade do aumento</vt:lpstr>
      <vt:lpstr>Sem Cofre e sem CSC, o Rio+ está no orçamento até agosto (–0,3%), mas a tendência projeta +R$ 10,3 MM (+5,0%) no fechamento</vt:lpstr>
      <vt:lpstr>Dir. Operações concentra todo o estouro do Rio+ (+R$ 9,6 MM no ano); Dir. Presidente carrega R$ 6,2 MM de tendência de Honorários já lançados na Comercial</vt:lpstr>
      <vt:lpstr>O estouro do Rio+ se concentra na Dir. Operações e só aparece na tendência, que é de R$ 218,5 MM</vt:lpstr>
      <vt:lpstr>Descontados inflação e crescimento de ligações, o Rio+ gasta 5,6% a mais por ligação que em 2025; Energia e Serv. Terceiros Operacional explicam quase todo o excesso</vt:lpstr>
    </vt:vector>
  </TitlesOfParts>
  <Company>Gradus Consultoria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Vania Correia;João Gutierrez</dc:creator>
  <cp:lastModifiedBy>Vitor Rocha</cp:lastModifiedBy>
  <cp:revision>8</cp:revision>
  <cp:lastPrinted>2011-12-07T19:11:05Z</cp:lastPrinted>
  <dcterms:created xsi:type="dcterms:W3CDTF">2011-02-04T17:17:50Z</dcterms:created>
  <dcterms:modified xsi:type="dcterms:W3CDTF">2026-09-23T16:49:30Z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26000</vt:r8>
  </property>
  <property fmtid="{D5CDD505-2E9C-101B-9397-08002B2CF9AE}" pid="3" name="ContentTypeId">
    <vt:lpwstr>0x010100EB3F711066213A4EA68F825DB3856052</vt:lpwstr>
  </property>
  <property fmtid="{D5CDD505-2E9C-101B-9397-08002B2CF9AE}" pid="4" name="_dlc_DocIdItemGuid">
    <vt:lpwstr>9c8673c0-57ef-5406-9e9c-4f784d154c9b</vt:lpwstr>
  </property>
  <property fmtid="{D5CDD505-2E9C-101B-9397-08002B2CF9AE}" pid="5" name="MediaServiceImageTags">
    <vt:lpwstr/>
  </property>
</Properties>
</file>